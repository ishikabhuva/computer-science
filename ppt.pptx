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089" autoAdjust="0"/>
  </p:normalViewPr>
  <p:slideViewPr>
    <p:cSldViewPr snapToGrid="0">
      <p:cViewPr varScale="1">
        <p:scale>
          <a:sx n="64" d="100"/>
          <a:sy n="64" d="100"/>
        </p:scale>
        <p:origin x="154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6CC677-2487-44B2-BD7D-C8ACBEDD7ED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F6768FA-A674-43AC-9145-A805FF432B9E}">
      <dgm:prSet custT="1"/>
      <dgm:spPr/>
      <dgm:t>
        <a:bodyPr/>
        <a:lstStyle/>
        <a:p>
          <a:pPr algn="ctr"/>
          <a:r>
            <a:rPr lang="en-US" sz="3200" b="1" dirty="0"/>
            <a:t>Problem</a:t>
          </a:r>
          <a:endParaRPr lang="en-US" sz="3200" dirty="0"/>
        </a:p>
      </dgm:t>
    </dgm:pt>
    <dgm:pt modelId="{477BDBA8-2718-4205-9538-9E7FF452CC9B}" type="parTrans" cxnId="{3E56E636-9891-4554-A878-0DDBB7554708}">
      <dgm:prSet/>
      <dgm:spPr/>
      <dgm:t>
        <a:bodyPr/>
        <a:lstStyle/>
        <a:p>
          <a:endParaRPr lang="en-US"/>
        </a:p>
      </dgm:t>
    </dgm:pt>
    <dgm:pt modelId="{8D6A26DA-DB9E-41E6-B394-8E5D15CE2098}" type="sibTrans" cxnId="{3E56E636-9891-4554-A878-0DDBB7554708}">
      <dgm:prSet/>
      <dgm:spPr/>
      <dgm:t>
        <a:bodyPr/>
        <a:lstStyle/>
        <a:p>
          <a:endParaRPr lang="en-US"/>
        </a:p>
      </dgm:t>
    </dgm:pt>
    <dgm:pt modelId="{9B7BE131-CD4A-404C-878F-52B32E06C219}">
      <dgm:prSet custT="1"/>
      <dgm:spPr/>
      <dgm:t>
        <a:bodyPr anchor="ctr"/>
        <a:lstStyle/>
        <a:p>
          <a:r>
            <a:rPr lang="en-US" sz="1800" dirty="0"/>
            <a:t>Students struggle to:</a:t>
          </a:r>
        </a:p>
      </dgm:t>
    </dgm:pt>
    <dgm:pt modelId="{A20CF7BF-47E9-4E17-B320-B0760386176E}" type="parTrans" cxnId="{7EDE0B3E-8779-4394-B52D-61ADB1D1B5F4}">
      <dgm:prSet/>
      <dgm:spPr/>
      <dgm:t>
        <a:bodyPr/>
        <a:lstStyle/>
        <a:p>
          <a:endParaRPr lang="en-US"/>
        </a:p>
      </dgm:t>
    </dgm:pt>
    <dgm:pt modelId="{5238CEAF-F37A-435E-AC2C-E39005D9A977}" type="sibTrans" cxnId="{7EDE0B3E-8779-4394-B52D-61ADB1D1B5F4}">
      <dgm:prSet/>
      <dgm:spPr/>
      <dgm:t>
        <a:bodyPr/>
        <a:lstStyle/>
        <a:p>
          <a:endParaRPr lang="en-US"/>
        </a:p>
      </dgm:t>
    </dgm:pt>
    <dgm:pt modelId="{2715DF98-99E9-454D-AD10-DA9BB4582E1B}">
      <dgm:prSet custT="1"/>
      <dgm:spPr/>
      <dgm:t>
        <a:bodyPr anchor="ctr"/>
        <a:lstStyle/>
        <a:p>
          <a:r>
            <a:rPr lang="en-US" sz="1800" dirty="0"/>
            <a:t>Find study partners in their courses (de Bie (2022)</a:t>
          </a:r>
        </a:p>
      </dgm:t>
    </dgm:pt>
    <dgm:pt modelId="{BE923D3F-4B9F-4219-9BC9-2D0A53BC6699}" type="parTrans" cxnId="{62059D85-3B1F-4E57-A393-EFBF1CEBD2A0}">
      <dgm:prSet/>
      <dgm:spPr/>
      <dgm:t>
        <a:bodyPr/>
        <a:lstStyle/>
        <a:p>
          <a:endParaRPr lang="en-US"/>
        </a:p>
      </dgm:t>
    </dgm:pt>
    <dgm:pt modelId="{E5087BB9-33B3-45F4-BB2F-48A3552E266D}" type="sibTrans" cxnId="{62059D85-3B1F-4E57-A393-EFBF1CEBD2A0}">
      <dgm:prSet/>
      <dgm:spPr/>
      <dgm:t>
        <a:bodyPr/>
        <a:lstStyle/>
        <a:p>
          <a:endParaRPr lang="en-US"/>
        </a:p>
      </dgm:t>
    </dgm:pt>
    <dgm:pt modelId="{61A5FE5A-492A-4A5D-AD8F-1A487715C27A}">
      <dgm:prSet custT="1"/>
      <dgm:spPr/>
      <dgm:t>
        <a:bodyPr anchor="ctr"/>
        <a:lstStyle/>
        <a:p>
          <a:r>
            <a:rPr lang="en-US" sz="1800" dirty="0"/>
            <a:t>Organize collaborative learning</a:t>
          </a:r>
        </a:p>
      </dgm:t>
    </dgm:pt>
    <dgm:pt modelId="{062763B6-51B4-469D-AD71-16652C9A3427}" type="parTrans" cxnId="{A1F8C9C2-211C-477C-95D4-04BDC6DD0609}">
      <dgm:prSet/>
      <dgm:spPr/>
      <dgm:t>
        <a:bodyPr/>
        <a:lstStyle/>
        <a:p>
          <a:endParaRPr lang="en-US"/>
        </a:p>
      </dgm:t>
    </dgm:pt>
    <dgm:pt modelId="{0BD13490-4670-4761-9373-2D34E342869E}" type="sibTrans" cxnId="{A1F8C9C2-211C-477C-95D4-04BDC6DD0609}">
      <dgm:prSet/>
      <dgm:spPr/>
      <dgm:t>
        <a:bodyPr/>
        <a:lstStyle/>
        <a:p>
          <a:endParaRPr lang="en-US"/>
        </a:p>
      </dgm:t>
    </dgm:pt>
    <dgm:pt modelId="{05843F4F-3323-4AAA-8B8E-F9FC29C89464}">
      <dgm:prSet custT="1"/>
      <dgm:spPr/>
      <dgm:t>
        <a:bodyPr anchor="ctr"/>
        <a:lstStyle/>
        <a:p>
          <a:r>
            <a:rPr lang="en-US" sz="1800" dirty="0"/>
            <a:t>Track academic study groups</a:t>
          </a:r>
        </a:p>
      </dgm:t>
    </dgm:pt>
    <dgm:pt modelId="{0D65BCAD-F622-4794-ACCC-170AD5BCDB09}" type="parTrans" cxnId="{9002D9DE-F382-460D-AFCB-03115FF4E16E}">
      <dgm:prSet/>
      <dgm:spPr/>
      <dgm:t>
        <a:bodyPr/>
        <a:lstStyle/>
        <a:p>
          <a:endParaRPr lang="en-US"/>
        </a:p>
      </dgm:t>
    </dgm:pt>
    <dgm:pt modelId="{6AD33EE8-9103-42F0-A5D9-22CF9E8A6EB2}" type="sibTrans" cxnId="{9002D9DE-F382-460D-AFCB-03115FF4E16E}">
      <dgm:prSet/>
      <dgm:spPr/>
      <dgm:t>
        <a:bodyPr/>
        <a:lstStyle/>
        <a:p>
          <a:endParaRPr lang="en-US"/>
        </a:p>
      </dgm:t>
    </dgm:pt>
    <dgm:pt modelId="{58D518C6-134A-4E8C-A1CE-42AF59A7133B}" type="pres">
      <dgm:prSet presAssocID="{E46CC677-2487-44B2-BD7D-C8ACBEDD7EDA}" presName="linear" presStyleCnt="0">
        <dgm:presLayoutVars>
          <dgm:animLvl val="lvl"/>
          <dgm:resizeHandles val="exact"/>
        </dgm:presLayoutVars>
      </dgm:prSet>
      <dgm:spPr/>
    </dgm:pt>
    <dgm:pt modelId="{0AB18555-B320-44AC-81E9-90A7EEE43D69}" type="pres">
      <dgm:prSet presAssocID="{DF6768FA-A674-43AC-9145-A805FF432B9E}" presName="parentText" presStyleLbl="node1" presStyleIdx="0" presStyleCnt="1">
        <dgm:presLayoutVars>
          <dgm:chMax val="0"/>
          <dgm:bulletEnabled val="1"/>
        </dgm:presLayoutVars>
      </dgm:prSet>
      <dgm:spPr/>
    </dgm:pt>
    <dgm:pt modelId="{ABD66423-3C6C-4225-947B-2B1C3EF27E91}" type="pres">
      <dgm:prSet presAssocID="{DF6768FA-A674-43AC-9145-A805FF432B9E}" presName="childText" presStyleLbl="revTx" presStyleIdx="0" presStyleCnt="1">
        <dgm:presLayoutVars>
          <dgm:bulletEnabled val="1"/>
        </dgm:presLayoutVars>
      </dgm:prSet>
      <dgm:spPr/>
    </dgm:pt>
  </dgm:ptLst>
  <dgm:cxnLst>
    <dgm:cxn modelId="{3E56E636-9891-4554-A878-0DDBB7554708}" srcId="{E46CC677-2487-44B2-BD7D-C8ACBEDD7EDA}" destId="{DF6768FA-A674-43AC-9145-A805FF432B9E}" srcOrd="0" destOrd="0" parTransId="{477BDBA8-2718-4205-9538-9E7FF452CC9B}" sibTransId="{8D6A26DA-DB9E-41E6-B394-8E5D15CE2098}"/>
    <dgm:cxn modelId="{7EDE0B3E-8779-4394-B52D-61ADB1D1B5F4}" srcId="{DF6768FA-A674-43AC-9145-A805FF432B9E}" destId="{9B7BE131-CD4A-404C-878F-52B32E06C219}" srcOrd="0" destOrd="0" parTransId="{A20CF7BF-47E9-4E17-B320-B0760386176E}" sibTransId="{5238CEAF-F37A-435E-AC2C-E39005D9A977}"/>
    <dgm:cxn modelId="{EA396978-542C-4A22-9BB9-51F1794452A2}" type="presOf" srcId="{05843F4F-3323-4AAA-8B8E-F9FC29C89464}" destId="{ABD66423-3C6C-4225-947B-2B1C3EF27E91}" srcOrd="0" destOrd="3" presId="urn:microsoft.com/office/officeart/2005/8/layout/vList2"/>
    <dgm:cxn modelId="{321ED95A-5005-4E9B-9097-2BEF945F2514}" type="presOf" srcId="{9B7BE131-CD4A-404C-878F-52B32E06C219}" destId="{ABD66423-3C6C-4225-947B-2B1C3EF27E91}" srcOrd="0" destOrd="0" presId="urn:microsoft.com/office/officeart/2005/8/layout/vList2"/>
    <dgm:cxn modelId="{62059D85-3B1F-4E57-A393-EFBF1CEBD2A0}" srcId="{9B7BE131-CD4A-404C-878F-52B32E06C219}" destId="{2715DF98-99E9-454D-AD10-DA9BB4582E1B}" srcOrd="0" destOrd="0" parTransId="{BE923D3F-4B9F-4219-9BC9-2D0A53BC6699}" sibTransId="{E5087BB9-33B3-45F4-BB2F-48A3552E266D}"/>
    <dgm:cxn modelId="{DEF7B7AD-6098-4D15-8A37-EB2B508F3B5D}" type="presOf" srcId="{2715DF98-99E9-454D-AD10-DA9BB4582E1B}" destId="{ABD66423-3C6C-4225-947B-2B1C3EF27E91}" srcOrd="0" destOrd="1" presId="urn:microsoft.com/office/officeart/2005/8/layout/vList2"/>
    <dgm:cxn modelId="{A1F8C9C2-211C-477C-95D4-04BDC6DD0609}" srcId="{9B7BE131-CD4A-404C-878F-52B32E06C219}" destId="{61A5FE5A-492A-4A5D-AD8F-1A487715C27A}" srcOrd="1" destOrd="0" parTransId="{062763B6-51B4-469D-AD71-16652C9A3427}" sibTransId="{0BD13490-4670-4761-9373-2D34E342869E}"/>
    <dgm:cxn modelId="{27AC1ECC-7586-45C2-B555-F70FA4BBB0B2}" type="presOf" srcId="{DF6768FA-A674-43AC-9145-A805FF432B9E}" destId="{0AB18555-B320-44AC-81E9-90A7EEE43D69}" srcOrd="0" destOrd="0" presId="urn:microsoft.com/office/officeart/2005/8/layout/vList2"/>
    <dgm:cxn modelId="{ED3DE4DB-8A36-4190-B7EF-9DC87DDBE6FA}" type="presOf" srcId="{E46CC677-2487-44B2-BD7D-C8ACBEDD7EDA}" destId="{58D518C6-134A-4E8C-A1CE-42AF59A7133B}" srcOrd="0" destOrd="0" presId="urn:microsoft.com/office/officeart/2005/8/layout/vList2"/>
    <dgm:cxn modelId="{9002D9DE-F382-460D-AFCB-03115FF4E16E}" srcId="{9B7BE131-CD4A-404C-878F-52B32E06C219}" destId="{05843F4F-3323-4AAA-8B8E-F9FC29C89464}" srcOrd="2" destOrd="0" parTransId="{0D65BCAD-F622-4794-ACCC-170AD5BCDB09}" sibTransId="{6AD33EE8-9103-42F0-A5D9-22CF9E8A6EB2}"/>
    <dgm:cxn modelId="{F7C1F0DE-2828-4EC2-B57F-3967949D10DA}" type="presOf" srcId="{61A5FE5A-492A-4A5D-AD8F-1A487715C27A}" destId="{ABD66423-3C6C-4225-947B-2B1C3EF27E91}" srcOrd="0" destOrd="2" presId="urn:microsoft.com/office/officeart/2005/8/layout/vList2"/>
    <dgm:cxn modelId="{B0377996-39F0-4253-9BA9-BC4877928ABA}" type="presParOf" srcId="{58D518C6-134A-4E8C-A1CE-42AF59A7133B}" destId="{0AB18555-B320-44AC-81E9-90A7EEE43D69}" srcOrd="0" destOrd="0" presId="urn:microsoft.com/office/officeart/2005/8/layout/vList2"/>
    <dgm:cxn modelId="{5F412767-63BF-415E-81AB-DDA6AC7DC7B2}" type="presParOf" srcId="{58D518C6-134A-4E8C-A1CE-42AF59A7133B}" destId="{ABD66423-3C6C-4225-947B-2B1C3EF27E9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C64B3D-88AB-4C32-83B7-729D80B856D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7B63A20-4CFC-4B92-BDB1-5CE650C6C0C7}">
      <dgm:prSet custT="1"/>
      <dgm:spPr/>
      <dgm:t>
        <a:bodyPr/>
        <a:lstStyle/>
        <a:p>
          <a:pPr algn="ctr"/>
          <a:r>
            <a:rPr lang="en-US" sz="3200" b="1" dirty="0"/>
            <a:t>Goal</a:t>
          </a:r>
          <a:endParaRPr lang="en-US" sz="3200" dirty="0"/>
        </a:p>
      </dgm:t>
    </dgm:pt>
    <dgm:pt modelId="{6ECD539E-2145-4F4F-BCBA-75C8F625B227}" type="parTrans" cxnId="{0F66A01E-9EFA-4388-8B9F-867DE55346EA}">
      <dgm:prSet/>
      <dgm:spPr/>
      <dgm:t>
        <a:bodyPr/>
        <a:lstStyle/>
        <a:p>
          <a:endParaRPr lang="en-US"/>
        </a:p>
      </dgm:t>
    </dgm:pt>
    <dgm:pt modelId="{1E26032B-009A-4739-B83F-6BF6D1BBB453}" type="sibTrans" cxnId="{0F66A01E-9EFA-4388-8B9F-867DE55346EA}">
      <dgm:prSet/>
      <dgm:spPr/>
      <dgm:t>
        <a:bodyPr/>
        <a:lstStyle/>
        <a:p>
          <a:endParaRPr lang="en-US"/>
        </a:p>
      </dgm:t>
    </dgm:pt>
    <dgm:pt modelId="{AFD6E110-2602-4947-9D55-F0D39244422C}">
      <dgm:prSet custT="1"/>
      <dgm:spPr/>
      <dgm:t>
        <a:bodyPr anchor="ctr"/>
        <a:lstStyle/>
        <a:p>
          <a:r>
            <a:rPr lang="en-US" sz="1800" dirty="0"/>
            <a:t>Develop a web-based platform that:</a:t>
          </a:r>
        </a:p>
      </dgm:t>
    </dgm:pt>
    <dgm:pt modelId="{FCDB7BBE-ACFA-429A-8685-0BA22AA7F618}" type="parTrans" cxnId="{68634E2B-4BE7-4BCA-ABB4-C281425126A7}">
      <dgm:prSet/>
      <dgm:spPr/>
      <dgm:t>
        <a:bodyPr/>
        <a:lstStyle/>
        <a:p>
          <a:endParaRPr lang="en-US"/>
        </a:p>
      </dgm:t>
    </dgm:pt>
    <dgm:pt modelId="{A2DFCCB5-BA6A-42F4-9FFB-2FE403F8D6DF}" type="sibTrans" cxnId="{68634E2B-4BE7-4BCA-ABB4-C281425126A7}">
      <dgm:prSet/>
      <dgm:spPr/>
      <dgm:t>
        <a:bodyPr/>
        <a:lstStyle/>
        <a:p>
          <a:endParaRPr lang="en-US"/>
        </a:p>
      </dgm:t>
    </dgm:pt>
    <dgm:pt modelId="{A895754C-95FD-43A2-98B7-DC94B7442B8F}">
      <dgm:prSet custT="1"/>
      <dgm:spPr/>
      <dgm:t>
        <a:bodyPr anchor="ctr"/>
        <a:lstStyle/>
        <a:p>
          <a:r>
            <a:rPr lang="en-US" sz="1800" dirty="0"/>
            <a:t>Allows students to register</a:t>
          </a:r>
        </a:p>
      </dgm:t>
    </dgm:pt>
    <dgm:pt modelId="{D38EF278-A937-4E67-86B9-E2CF9588AECC}" type="parTrans" cxnId="{FF5958EF-6AC8-452D-892F-9CAA84FF2C34}">
      <dgm:prSet/>
      <dgm:spPr/>
      <dgm:t>
        <a:bodyPr/>
        <a:lstStyle/>
        <a:p>
          <a:endParaRPr lang="en-US"/>
        </a:p>
      </dgm:t>
    </dgm:pt>
    <dgm:pt modelId="{B01D521B-AC51-452F-B664-E802C8DC8125}" type="sibTrans" cxnId="{FF5958EF-6AC8-452D-892F-9CAA84FF2C34}">
      <dgm:prSet/>
      <dgm:spPr/>
      <dgm:t>
        <a:bodyPr/>
        <a:lstStyle/>
        <a:p>
          <a:endParaRPr lang="en-US"/>
        </a:p>
      </dgm:t>
    </dgm:pt>
    <dgm:pt modelId="{BE18EA1B-8014-475E-9252-06964B0A54A8}">
      <dgm:prSet custT="1"/>
      <dgm:spPr/>
      <dgm:t>
        <a:bodyPr anchor="ctr"/>
        <a:lstStyle/>
        <a:p>
          <a:r>
            <a:rPr lang="en-US" sz="1800" dirty="0"/>
            <a:t>Track enrolled courses</a:t>
          </a:r>
        </a:p>
      </dgm:t>
    </dgm:pt>
    <dgm:pt modelId="{2512D083-6690-4D86-AE94-D4DA63A63F63}" type="parTrans" cxnId="{0E94B3C6-1803-4EA7-9F26-F33C5EA50C92}">
      <dgm:prSet/>
      <dgm:spPr/>
      <dgm:t>
        <a:bodyPr/>
        <a:lstStyle/>
        <a:p>
          <a:endParaRPr lang="en-US"/>
        </a:p>
      </dgm:t>
    </dgm:pt>
    <dgm:pt modelId="{515EC212-A097-4588-958F-AD9B28A013D6}" type="sibTrans" cxnId="{0E94B3C6-1803-4EA7-9F26-F33C5EA50C92}">
      <dgm:prSet/>
      <dgm:spPr/>
      <dgm:t>
        <a:bodyPr/>
        <a:lstStyle/>
        <a:p>
          <a:endParaRPr lang="en-US"/>
        </a:p>
      </dgm:t>
    </dgm:pt>
    <dgm:pt modelId="{5DE5D660-F104-4D35-9407-88A03AE0B453}">
      <dgm:prSet custT="1"/>
      <dgm:spPr/>
      <dgm:t>
        <a:bodyPr anchor="ctr"/>
        <a:lstStyle/>
        <a:p>
          <a:r>
            <a:rPr lang="en-US" sz="1800" dirty="0"/>
            <a:t>Discover and join study groups</a:t>
          </a:r>
        </a:p>
      </dgm:t>
    </dgm:pt>
    <dgm:pt modelId="{548EA597-98D2-4942-B742-62FC7D04DE3A}" type="parTrans" cxnId="{72BEAF8E-5B4E-41BF-96BE-28FC9E5A8751}">
      <dgm:prSet/>
      <dgm:spPr/>
      <dgm:t>
        <a:bodyPr/>
        <a:lstStyle/>
        <a:p>
          <a:endParaRPr lang="en-US"/>
        </a:p>
      </dgm:t>
    </dgm:pt>
    <dgm:pt modelId="{E343EA57-C7A2-4E85-81F4-98B57F8D024A}" type="sibTrans" cxnId="{72BEAF8E-5B4E-41BF-96BE-28FC9E5A8751}">
      <dgm:prSet/>
      <dgm:spPr/>
      <dgm:t>
        <a:bodyPr/>
        <a:lstStyle/>
        <a:p>
          <a:endParaRPr lang="en-US"/>
        </a:p>
      </dgm:t>
    </dgm:pt>
    <dgm:pt modelId="{4496D30D-9689-4CEE-B419-C5F1C6E0C445}">
      <dgm:prSet custT="1"/>
      <dgm:spPr/>
      <dgm:t>
        <a:bodyPr anchor="ctr"/>
        <a:lstStyle/>
        <a:p>
          <a:r>
            <a:rPr lang="en-US" sz="1800" dirty="0"/>
            <a:t>Communicate within groups</a:t>
          </a:r>
        </a:p>
      </dgm:t>
    </dgm:pt>
    <dgm:pt modelId="{43E3F7F0-0822-43C8-8AB1-5C66E87E4EE7}" type="parTrans" cxnId="{9B8E891A-0E7E-472D-8887-451D63042C06}">
      <dgm:prSet/>
      <dgm:spPr/>
      <dgm:t>
        <a:bodyPr/>
        <a:lstStyle/>
        <a:p>
          <a:endParaRPr lang="en-US"/>
        </a:p>
      </dgm:t>
    </dgm:pt>
    <dgm:pt modelId="{32F9375E-2344-46CF-AE79-6969E15470C5}" type="sibTrans" cxnId="{9B8E891A-0E7E-472D-8887-451D63042C06}">
      <dgm:prSet/>
      <dgm:spPr/>
      <dgm:t>
        <a:bodyPr/>
        <a:lstStyle/>
        <a:p>
          <a:endParaRPr lang="en-US"/>
        </a:p>
      </dgm:t>
    </dgm:pt>
    <dgm:pt modelId="{7B728EB8-F44D-4604-A5E7-19342A928BF4}" type="pres">
      <dgm:prSet presAssocID="{95C64B3D-88AB-4C32-83B7-729D80B856D5}" presName="linear" presStyleCnt="0">
        <dgm:presLayoutVars>
          <dgm:animLvl val="lvl"/>
          <dgm:resizeHandles val="exact"/>
        </dgm:presLayoutVars>
      </dgm:prSet>
      <dgm:spPr/>
    </dgm:pt>
    <dgm:pt modelId="{22C46201-E694-4E75-9C81-D51C0EF48F26}" type="pres">
      <dgm:prSet presAssocID="{B7B63A20-4CFC-4B92-BDB1-5CE650C6C0C7}" presName="parentText" presStyleLbl="node1" presStyleIdx="0" presStyleCnt="1">
        <dgm:presLayoutVars>
          <dgm:chMax val="0"/>
          <dgm:bulletEnabled val="1"/>
        </dgm:presLayoutVars>
      </dgm:prSet>
      <dgm:spPr/>
    </dgm:pt>
    <dgm:pt modelId="{A9DFEA9F-BBD0-4858-B613-38B8DF5EC89B}" type="pres">
      <dgm:prSet presAssocID="{B7B63A20-4CFC-4B92-BDB1-5CE650C6C0C7}" presName="childText" presStyleLbl="revTx" presStyleIdx="0" presStyleCnt="1">
        <dgm:presLayoutVars>
          <dgm:bulletEnabled val="1"/>
        </dgm:presLayoutVars>
      </dgm:prSet>
      <dgm:spPr/>
    </dgm:pt>
  </dgm:ptLst>
  <dgm:cxnLst>
    <dgm:cxn modelId="{9B8E891A-0E7E-472D-8887-451D63042C06}" srcId="{AFD6E110-2602-4947-9D55-F0D39244422C}" destId="{4496D30D-9689-4CEE-B419-C5F1C6E0C445}" srcOrd="3" destOrd="0" parTransId="{43E3F7F0-0822-43C8-8AB1-5C66E87E4EE7}" sibTransId="{32F9375E-2344-46CF-AE79-6969E15470C5}"/>
    <dgm:cxn modelId="{3327FB1A-8B6C-4F82-97C2-EC57DE7B060E}" type="presOf" srcId="{BE18EA1B-8014-475E-9252-06964B0A54A8}" destId="{A9DFEA9F-BBD0-4858-B613-38B8DF5EC89B}" srcOrd="0" destOrd="2" presId="urn:microsoft.com/office/officeart/2005/8/layout/vList2"/>
    <dgm:cxn modelId="{0F66A01E-9EFA-4388-8B9F-867DE55346EA}" srcId="{95C64B3D-88AB-4C32-83B7-729D80B856D5}" destId="{B7B63A20-4CFC-4B92-BDB1-5CE650C6C0C7}" srcOrd="0" destOrd="0" parTransId="{6ECD539E-2145-4F4F-BCBA-75C8F625B227}" sibTransId="{1E26032B-009A-4739-B83F-6BF6D1BBB453}"/>
    <dgm:cxn modelId="{3FD14421-F305-4F55-BA7F-473FF10ECBAE}" type="presOf" srcId="{4496D30D-9689-4CEE-B419-C5F1C6E0C445}" destId="{A9DFEA9F-BBD0-4858-B613-38B8DF5EC89B}" srcOrd="0" destOrd="4" presId="urn:microsoft.com/office/officeart/2005/8/layout/vList2"/>
    <dgm:cxn modelId="{C4643924-5BA6-4353-BA2B-CC95A95CCCA0}" type="presOf" srcId="{AFD6E110-2602-4947-9D55-F0D39244422C}" destId="{A9DFEA9F-BBD0-4858-B613-38B8DF5EC89B}" srcOrd="0" destOrd="0" presId="urn:microsoft.com/office/officeart/2005/8/layout/vList2"/>
    <dgm:cxn modelId="{68634E2B-4BE7-4BCA-ABB4-C281425126A7}" srcId="{B7B63A20-4CFC-4B92-BDB1-5CE650C6C0C7}" destId="{AFD6E110-2602-4947-9D55-F0D39244422C}" srcOrd="0" destOrd="0" parTransId="{FCDB7BBE-ACFA-429A-8685-0BA22AA7F618}" sibTransId="{A2DFCCB5-BA6A-42F4-9FFB-2FE403F8D6DF}"/>
    <dgm:cxn modelId="{3055055D-B1A7-465B-AACF-E9A65A2E2A9B}" type="presOf" srcId="{95C64B3D-88AB-4C32-83B7-729D80B856D5}" destId="{7B728EB8-F44D-4604-A5E7-19342A928BF4}" srcOrd="0" destOrd="0" presId="urn:microsoft.com/office/officeart/2005/8/layout/vList2"/>
    <dgm:cxn modelId="{885D1051-F0C9-4363-A575-28AD704550D8}" type="presOf" srcId="{A895754C-95FD-43A2-98B7-DC94B7442B8F}" destId="{A9DFEA9F-BBD0-4858-B613-38B8DF5EC89B}" srcOrd="0" destOrd="1" presId="urn:microsoft.com/office/officeart/2005/8/layout/vList2"/>
    <dgm:cxn modelId="{72BEAF8E-5B4E-41BF-96BE-28FC9E5A8751}" srcId="{AFD6E110-2602-4947-9D55-F0D39244422C}" destId="{5DE5D660-F104-4D35-9407-88A03AE0B453}" srcOrd="2" destOrd="0" parTransId="{548EA597-98D2-4942-B742-62FC7D04DE3A}" sibTransId="{E343EA57-C7A2-4E85-81F4-98B57F8D024A}"/>
    <dgm:cxn modelId="{E508729F-D9C0-4331-AB68-32A631739A25}" type="presOf" srcId="{B7B63A20-4CFC-4B92-BDB1-5CE650C6C0C7}" destId="{22C46201-E694-4E75-9C81-D51C0EF48F26}" srcOrd="0" destOrd="0" presId="urn:microsoft.com/office/officeart/2005/8/layout/vList2"/>
    <dgm:cxn modelId="{45B8B4AB-1D23-422B-A0F9-53B3EFF3EB59}" type="presOf" srcId="{5DE5D660-F104-4D35-9407-88A03AE0B453}" destId="{A9DFEA9F-BBD0-4858-B613-38B8DF5EC89B}" srcOrd="0" destOrd="3" presId="urn:microsoft.com/office/officeart/2005/8/layout/vList2"/>
    <dgm:cxn modelId="{0E94B3C6-1803-4EA7-9F26-F33C5EA50C92}" srcId="{AFD6E110-2602-4947-9D55-F0D39244422C}" destId="{BE18EA1B-8014-475E-9252-06964B0A54A8}" srcOrd="1" destOrd="0" parTransId="{2512D083-6690-4D86-AE94-D4DA63A63F63}" sibTransId="{515EC212-A097-4588-958F-AD9B28A013D6}"/>
    <dgm:cxn modelId="{FF5958EF-6AC8-452D-892F-9CAA84FF2C34}" srcId="{AFD6E110-2602-4947-9D55-F0D39244422C}" destId="{A895754C-95FD-43A2-98B7-DC94B7442B8F}" srcOrd="0" destOrd="0" parTransId="{D38EF278-A937-4E67-86B9-E2CF9588AECC}" sibTransId="{B01D521B-AC51-452F-B664-E802C8DC8125}"/>
    <dgm:cxn modelId="{8A4759AF-0D9F-4B23-A386-8E73612C9158}" type="presParOf" srcId="{7B728EB8-F44D-4604-A5E7-19342A928BF4}" destId="{22C46201-E694-4E75-9C81-D51C0EF48F26}" srcOrd="0" destOrd="0" presId="urn:microsoft.com/office/officeart/2005/8/layout/vList2"/>
    <dgm:cxn modelId="{14BA2465-A0C1-48D4-8A46-B894988B0FCB}" type="presParOf" srcId="{7B728EB8-F44D-4604-A5E7-19342A928BF4}" destId="{A9DFEA9F-BBD0-4858-B613-38B8DF5EC89B}"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CAF567-3FFB-4974-B67C-27EF41507E0B}" type="doc">
      <dgm:prSet loTypeId="urn:microsoft.com/office/officeart/2005/8/layout/vList5" loCatId="list" qsTypeId="urn:microsoft.com/office/officeart/2005/8/quickstyle/simple1" qsCatId="simple" csTypeId="urn:microsoft.com/office/officeart/2005/8/colors/accent4_2" csCatId="accent4" phldr="1"/>
      <dgm:spPr/>
      <dgm:t>
        <a:bodyPr/>
        <a:lstStyle/>
        <a:p>
          <a:endParaRPr lang="en-US"/>
        </a:p>
      </dgm:t>
    </dgm:pt>
    <dgm:pt modelId="{AA7C65F0-BCB0-40B8-8B2A-B5AD074D032C}">
      <dgm:prSet custT="1"/>
      <dgm:spPr/>
      <dgm:t>
        <a:bodyPr/>
        <a:lstStyle/>
        <a:p>
          <a:r>
            <a:rPr lang="en-US" sz="3200" b="1" dirty="0"/>
            <a:t>Frontend</a:t>
          </a:r>
          <a:endParaRPr lang="en-US" sz="3200" dirty="0"/>
        </a:p>
      </dgm:t>
    </dgm:pt>
    <dgm:pt modelId="{B29FC6C7-DAF7-4019-9B3E-A341F98F3B1D}" type="parTrans" cxnId="{FEE00EE8-70D0-4154-A20F-7B169CD9A65A}">
      <dgm:prSet/>
      <dgm:spPr/>
      <dgm:t>
        <a:bodyPr/>
        <a:lstStyle/>
        <a:p>
          <a:endParaRPr lang="en-US"/>
        </a:p>
      </dgm:t>
    </dgm:pt>
    <dgm:pt modelId="{8489D7B3-3BB0-437F-A62C-90DA6FD28871}" type="sibTrans" cxnId="{FEE00EE8-70D0-4154-A20F-7B169CD9A65A}">
      <dgm:prSet/>
      <dgm:spPr/>
      <dgm:t>
        <a:bodyPr/>
        <a:lstStyle/>
        <a:p>
          <a:endParaRPr lang="en-US"/>
        </a:p>
      </dgm:t>
    </dgm:pt>
    <dgm:pt modelId="{53CA5D5A-7A1F-4F3C-9C58-754E4B67CDA5}">
      <dgm:prSet custT="1"/>
      <dgm:spPr/>
      <dgm:t>
        <a:bodyPr/>
        <a:lstStyle/>
        <a:p>
          <a:r>
            <a:rPr lang="en-US" sz="1400" dirty="0"/>
            <a:t>HTML (Structure)</a:t>
          </a:r>
        </a:p>
      </dgm:t>
    </dgm:pt>
    <dgm:pt modelId="{6985E445-4628-45F5-95EA-767E38BA0127}" type="parTrans" cxnId="{45E35F60-BB7A-4F57-8E80-FF283D613DAC}">
      <dgm:prSet/>
      <dgm:spPr/>
      <dgm:t>
        <a:bodyPr/>
        <a:lstStyle/>
        <a:p>
          <a:endParaRPr lang="en-US"/>
        </a:p>
      </dgm:t>
    </dgm:pt>
    <dgm:pt modelId="{EF8B8D44-4F17-463D-9A8E-A9E4C62AC08E}" type="sibTrans" cxnId="{45E35F60-BB7A-4F57-8E80-FF283D613DAC}">
      <dgm:prSet/>
      <dgm:spPr/>
      <dgm:t>
        <a:bodyPr/>
        <a:lstStyle/>
        <a:p>
          <a:endParaRPr lang="en-US"/>
        </a:p>
      </dgm:t>
    </dgm:pt>
    <dgm:pt modelId="{FC6C054A-5451-4553-8C14-A25B3A2E8D93}">
      <dgm:prSet custT="1"/>
      <dgm:spPr/>
      <dgm:t>
        <a:bodyPr/>
        <a:lstStyle/>
        <a:p>
          <a:r>
            <a:rPr lang="en-US" sz="1400" dirty="0"/>
            <a:t>CSS (UI Styling)</a:t>
          </a:r>
        </a:p>
      </dgm:t>
    </dgm:pt>
    <dgm:pt modelId="{B289E00C-7D7A-49CA-AAB2-49AA0626D069}" type="parTrans" cxnId="{3878F579-BFD7-407F-9591-ED9F9CB501E4}">
      <dgm:prSet/>
      <dgm:spPr/>
      <dgm:t>
        <a:bodyPr/>
        <a:lstStyle/>
        <a:p>
          <a:endParaRPr lang="en-US"/>
        </a:p>
      </dgm:t>
    </dgm:pt>
    <dgm:pt modelId="{2BD1F169-54CC-4F02-A581-85AEDE17C598}" type="sibTrans" cxnId="{3878F579-BFD7-407F-9591-ED9F9CB501E4}">
      <dgm:prSet/>
      <dgm:spPr/>
      <dgm:t>
        <a:bodyPr/>
        <a:lstStyle/>
        <a:p>
          <a:endParaRPr lang="en-US"/>
        </a:p>
      </dgm:t>
    </dgm:pt>
    <dgm:pt modelId="{906663F5-ACF8-47D7-9020-89E65D005FF1}">
      <dgm:prSet custT="1"/>
      <dgm:spPr/>
      <dgm:t>
        <a:bodyPr/>
        <a:lstStyle/>
        <a:p>
          <a:r>
            <a:rPr lang="en-US" sz="1400" dirty="0"/>
            <a:t>Vanilla JavaScript (State Management &amp; UI Rendering)</a:t>
          </a:r>
        </a:p>
      </dgm:t>
    </dgm:pt>
    <dgm:pt modelId="{7F60208D-8ABD-46BD-AAC7-EDB1E731E5AF}" type="parTrans" cxnId="{33E7EF95-6368-4E82-87C5-5EE0ED096B44}">
      <dgm:prSet/>
      <dgm:spPr/>
      <dgm:t>
        <a:bodyPr/>
        <a:lstStyle/>
        <a:p>
          <a:endParaRPr lang="en-US"/>
        </a:p>
      </dgm:t>
    </dgm:pt>
    <dgm:pt modelId="{F9EBBCCD-4025-4420-9B2F-0DED2145BD76}" type="sibTrans" cxnId="{33E7EF95-6368-4E82-87C5-5EE0ED096B44}">
      <dgm:prSet/>
      <dgm:spPr/>
      <dgm:t>
        <a:bodyPr/>
        <a:lstStyle/>
        <a:p>
          <a:endParaRPr lang="en-US"/>
        </a:p>
      </dgm:t>
    </dgm:pt>
    <dgm:pt modelId="{0CBE36E9-1F65-4921-A33B-4392594C315A}">
      <dgm:prSet custT="1"/>
      <dgm:spPr/>
      <dgm:t>
        <a:bodyPr/>
        <a:lstStyle/>
        <a:p>
          <a:r>
            <a:rPr lang="en-US" sz="3200" b="1" dirty="0"/>
            <a:t>Backend</a:t>
          </a:r>
          <a:endParaRPr lang="en-US" sz="3200" dirty="0"/>
        </a:p>
      </dgm:t>
    </dgm:pt>
    <dgm:pt modelId="{A5159BC0-71AD-4393-BB80-A9F00B516073}" type="parTrans" cxnId="{201164B5-B9CC-408A-A97C-D7C22D07A8C0}">
      <dgm:prSet/>
      <dgm:spPr/>
      <dgm:t>
        <a:bodyPr/>
        <a:lstStyle/>
        <a:p>
          <a:endParaRPr lang="en-US"/>
        </a:p>
      </dgm:t>
    </dgm:pt>
    <dgm:pt modelId="{208F66A7-9603-4744-B278-61CF329C9A56}" type="sibTrans" cxnId="{201164B5-B9CC-408A-A97C-D7C22D07A8C0}">
      <dgm:prSet/>
      <dgm:spPr/>
      <dgm:t>
        <a:bodyPr/>
        <a:lstStyle/>
        <a:p>
          <a:endParaRPr lang="en-US"/>
        </a:p>
      </dgm:t>
    </dgm:pt>
    <dgm:pt modelId="{9EF613B3-DE4C-4E61-B3C9-585AE09F345D}">
      <dgm:prSet custT="1"/>
      <dgm:spPr/>
      <dgm:t>
        <a:bodyPr/>
        <a:lstStyle/>
        <a:p>
          <a:r>
            <a:rPr lang="en-US" sz="1400" dirty="0"/>
            <a:t>Node.js</a:t>
          </a:r>
        </a:p>
      </dgm:t>
    </dgm:pt>
    <dgm:pt modelId="{0CC677DE-6247-495E-B56F-BDB194F36F9E}" type="parTrans" cxnId="{985BDFA1-9732-46A8-BBE5-F33F12FE19D7}">
      <dgm:prSet/>
      <dgm:spPr/>
      <dgm:t>
        <a:bodyPr/>
        <a:lstStyle/>
        <a:p>
          <a:endParaRPr lang="en-US"/>
        </a:p>
      </dgm:t>
    </dgm:pt>
    <dgm:pt modelId="{09CEDCE0-882B-434E-A705-73D0AF73E7A5}" type="sibTrans" cxnId="{985BDFA1-9732-46A8-BBE5-F33F12FE19D7}">
      <dgm:prSet/>
      <dgm:spPr/>
      <dgm:t>
        <a:bodyPr/>
        <a:lstStyle/>
        <a:p>
          <a:endParaRPr lang="en-US"/>
        </a:p>
      </dgm:t>
    </dgm:pt>
    <dgm:pt modelId="{270845F4-DC61-432D-819C-59F6891248BA}">
      <dgm:prSet custT="1"/>
      <dgm:spPr/>
      <dgm:t>
        <a:bodyPr/>
        <a:lstStyle/>
        <a:p>
          <a:r>
            <a:rPr lang="en-US" sz="1400" dirty="0"/>
            <a:t>Express Framework</a:t>
          </a:r>
        </a:p>
      </dgm:t>
    </dgm:pt>
    <dgm:pt modelId="{692396A3-6110-4FFD-9CFC-B24F736C0D54}" type="parTrans" cxnId="{DEB0230E-3144-47C5-BD38-360A7AC7CE10}">
      <dgm:prSet/>
      <dgm:spPr/>
      <dgm:t>
        <a:bodyPr/>
        <a:lstStyle/>
        <a:p>
          <a:endParaRPr lang="en-US"/>
        </a:p>
      </dgm:t>
    </dgm:pt>
    <dgm:pt modelId="{8EB01992-D79C-4512-B0A5-983C193804ED}" type="sibTrans" cxnId="{DEB0230E-3144-47C5-BD38-360A7AC7CE10}">
      <dgm:prSet/>
      <dgm:spPr/>
      <dgm:t>
        <a:bodyPr/>
        <a:lstStyle/>
        <a:p>
          <a:endParaRPr lang="en-US"/>
        </a:p>
      </dgm:t>
    </dgm:pt>
    <dgm:pt modelId="{BE5A81D8-84A4-4206-A203-71BC49A92FEC}">
      <dgm:prSet custT="1"/>
      <dgm:spPr/>
      <dgm:t>
        <a:bodyPr/>
        <a:lstStyle/>
        <a:p>
          <a:r>
            <a:rPr lang="en-US" sz="1400" dirty="0"/>
            <a:t>REST API Endpoints (</a:t>
          </a:r>
          <a:r>
            <a:rPr lang="en-US" sz="1400" dirty="0" err="1"/>
            <a:t>Herdiyatmoko</a:t>
          </a:r>
          <a:r>
            <a:rPr lang="en-US" sz="1400" dirty="0"/>
            <a:t>, 2022)</a:t>
          </a:r>
        </a:p>
      </dgm:t>
    </dgm:pt>
    <dgm:pt modelId="{F947D290-DF8B-4F71-B618-697A0EBE1D48}" type="parTrans" cxnId="{6273263A-E325-49C8-86BA-989E253965C2}">
      <dgm:prSet/>
      <dgm:spPr/>
      <dgm:t>
        <a:bodyPr/>
        <a:lstStyle/>
        <a:p>
          <a:endParaRPr lang="en-US"/>
        </a:p>
      </dgm:t>
    </dgm:pt>
    <dgm:pt modelId="{73C135E6-B1A5-4AD0-9DF1-9C21E941EFBA}" type="sibTrans" cxnId="{6273263A-E325-49C8-86BA-989E253965C2}">
      <dgm:prSet/>
      <dgm:spPr/>
      <dgm:t>
        <a:bodyPr/>
        <a:lstStyle/>
        <a:p>
          <a:endParaRPr lang="en-US"/>
        </a:p>
      </dgm:t>
    </dgm:pt>
    <dgm:pt modelId="{B0655B6F-8A7E-457C-817C-AEA6F2A2BBFB}">
      <dgm:prSet custT="1"/>
      <dgm:spPr/>
      <dgm:t>
        <a:bodyPr/>
        <a:lstStyle/>
        <a:p>
          <a:r>
            <a:rPr lang="en-US" sz="1400" dirty="0"/>
            <a:t>In-memory database (users &amp; groups arrays)</a:t>
          </a:r>
        </a:p>
      </dgm:t>
    </dgm:pt>
    <dgm:pt modelId="{E7E7F19B-0D85-4E60-B328-1221A26CC31C}" type="parTrans" cxnId="{2F673F3D-1FC3-4BB9-B67C-FB549C090CFC}">
      <dgm:prSet/>
      <dgm:spPr/>
      <dgm:t>
        <a:bodyPr/>
        <a:lstStyle/>
        <a:p>
          <a:endParaRPr lang="en-US"/>
        </a:p>
      </dgm:t>
    </dgm:pt>
    <dgm:pt modelId="{1DAAAD43-726B-4D20-B430-43E87850F634}" type="sibTrans" cxnId="{2F673F3D-1FC3-4BB9-B67C-FB549C090CFC}">
      <dgm:prSet/>
      <dgm:spPr/>
      <dgm:t>
        <a:bodyPr/>
        <a:lstStyle/>
        <a:p>
          <a:endParaRPr lang="en-US"/>
        </a:p>
      </dgm:t>
    </dgm:pt>
    <dgm:pt modelId="{1A8EB8EB-1EC2-4F92-BB49-69BA4D28DDC3}" type="pres">
      <dgm:prSet presAssocID="{7ACAF567-3FFB-4974-B67C-27EF41507E0B}" presName="Name0" presStyleCnt="0">
        <dgm:presLayoutVars>
          <dgm:dir/>
          <dgm:animLvl val="lvl"/>
          <dgm:resizeHandles val="exact"/>
        </dgm:presLayoutVars>
      </dgm:prSet>
      <dgm:spPr/>
    </dgm:pt>
    <dgm:pt modelId="{B53B7229-B114-4362-8567-268FD15BD1E5}" type="pres">
      <dgm:prSet presAssocID="{AA7C65F0-BCB0-40B8-8B2A-B5AD074D032C}" presName="linNode" presStyleCnt="0"/>
      <dgm:spPr/>
    </dgm:pt>
    <dgm:pt modelId="{AF43B4EE-9328-43A8-929E-8FC5E6460215}" type="pres">
      <dgm:prSet presAssocID="{AA7C65F0-BCB0-40B8-8B2A-B5AD074D032C}" presName="parentText" presStyleLbl="node1" presStyleIdx="0" presStyleCnt="2">
        <dgm:presLayoutVars>
          <dgm:chMax val="1"/>
          <dgm:bulletEnabled val="1"/>
        </dgm:presLayoutVars>
      </dgm:prSet>
      <dgm:spPr/>
    </dgm:pt>
    <dgm:pt modelId="{AE704B19-789E-4237-8757-B3FC8BF4C1C3}" type="pres">
      <dgm:prSet presAssocID="{AA7C65F0-BCB0-40B8-8B2A-B5AD074D032C}" presName="descendantText" presStyleLbl="alignAccFollowNode1" presStyleIdx="0" presStyleCnt="2">
        <dgm:presLayoutVars>
          <dgm:bulletEnabled val="1"/>
        </dgm:presLayoutVars>
      </dgm:prSet>
      <dgm:spPr/>
    </dgm:pt>
    <dgm:pt modelId="{D9ED8B8F-4EE7-4F65-B736-78E64B47EC15}" type="pres">
      <dgm:prSet presAssocID="{8489D7B3-3BB0-437F-A62C-90DA6FD28871}" presName="sp" presStyleCnt="0"/>
      <dgm:spPr/>
    </dgm:pt>
    <dgm:pt modelId="{DDC43F0F-8225-4CE1-AAA4-95BA0C863905}" type="pres">
      <dgm:prSet presAssocID="{0CBE36E9-1F65-4921-A33B-4392594C315A}" presName="linNode" presStyleCnt="0"/>
      <dgm:spPr/>
    </dgm:pt>
    <dgm:pt modelId="{78F67D44-84DB-4B7D-AF31-0C4CD7043124}" type="pres">
      <dgm:prSet presAssocID="{0CBE36E9-1F65-4921-A33B-4392594C315A}" presName="parentText" presStyleLbl="node1" presStyleIdx="1" presStyleCnt="2">
        <dgm:presLayoutVars>
          <dgm:chMax val="1"/>
          <dgm:bulletEnabled val="1"/>
        </dgm:presLayoutVars>
      </dgm:prSet>
      <dgm:spPr/>
    </dgm:pt>
    <dgm:pt modelId="{035995C0-7887-4AE7-BFEE-4701E6CAD1DB}" type="pres">
      <dgm:prSet presAssocID="{0CBE36E9-1F65-4921-A33B-4392594C315A}" presName="descendantText" presStyleLbl="alignAccFollowNode1" presStyleIdx="1" presStyleCnt="2">
        <dgm:presLayoutVars>
          <dgm:bulletEnabled val="1"/>
        </dgm:presLayoutVars>
      </dgm:prSet>
      <dgm:spPr/>
    </dgm:pt>
  </dgm:ptLst>
  <dgm:cxnLst>
    <dgm:cxn modelId="{7C94B505-A321-4057-B540-A5366268F259}" type="presOf" srcId="{B0655B6F-8A7E-457C-817C-AEA6F2A2BBFB}" destId="{035995C0-7887-4AE7-BFEE-4701E6CAD1DB}" srcOrd="0" destOrd="3" presId="urn:microsoft.com/office/officeart/2005/8/layout/vList5"/>
    <dgm:cxn modelId="{DEB0230E-3144-47C5-BD38-360A7AC7CE10}" srcId="{0CBE36E9-1F65-4921-A33B-4392594C315A}" destId="{270845F4-DC61-432D-819C-59F6891248BA}" srcOrd="1" destOrd="0" parTransId="{692396A3-6110-4FFD-9CFC-B24F736C0D54}" sibTransId="{8EB01992-D79C-4512-B0A5-983C193804ED}"/>
    <dgm:cxn modelId="{6273263A-E325-49C8-86BA-989E253965C2}" srcId="{0CBE36E9-1F65-4921-A33B-4392594C315A}" destId="{BE5A81D8-84A4-4206-A203-71BC49A92FEC}" srcOrd="2" destOrd="0" parTransId="{F947D290-DF8B-4F71-B618-697A0EBE1D48}" sibTransId="{73C135E6-B1A5-4AD0-9DF1-9C21E941EFBA}"/>
    <dgm:cxn modelId="{2F673F3D-1FC3-4BB9-B67C-FB549C090CFC}" srcId="{0CBE36E9-1F65-4921-A33B-4392594C315A}" destId="{B0655B6F-8A7E-457C-817C-AEA6F2A2BBFB}" srcOrd="3" destOrd="0" parTransId="{E7E7F19B-0D85-4E60-B328-1221A26CC31C}" sibTransId="{1DAAAD43-726B-4D20-B430-43E87850F634}"/>
    <dgm:cxn modelId="{45E35F60-BB7A-4F57-8E80-FF283D613DAC}" srcId="{AA7C65F0-BCB0-40B8-8B2A-B5AD074D032C}" destId="{53CA5D5A-7A1F-4F3C-9C58-754E4B67CDA5}" srcOrd="0" destOrd="0" parTransId="{6985E445-4628-45F5-95EA-767E38BA0127}" sibTransId="{EF8B8D44-4F17-463D-9A8E-A9E4C62AC08E}"/>
    <dgm:cxn modelId="{6C2BB649-BEF9-43F3-ACFC-AEC306A6795D}" type="presOf" srcId="{906663F5-ACF8-47D7-9020-89E65D005FF1}" destId="{AE704B19-789E-4237-8757-B3FC8BF4C1C3}" srcOrd="0" destOrd="2" presId="urn:microsoft.com/office/officeart/2005/8/layout/vList5"/>
    <dgm:cxn modelId="{25F7E849-DF78-411B-83F6-624A2DAF2CC9}" type="presOf" srcId="{0CBE36E9-1F65-4921-A33B-4392594C315A}" destId="{78F67D44-84DB-4B7D-AF31-0C4CD7043124}" srcOrd="0" destOrd="0" presId="urn:microsoft.com/office/officeart/2005/8/layout/vList5"/>
    <dgm:cxn modelId="{A54DD96B-34B1-49C1-B98B-4D01A3CE0ADF}" type="presOf" srcId="{7ACAF567-3FFB-4974-B67C-27EF41507E0B}" destId="{1A8EB8EB-1EC2-4F92-BB49-69BA4D28DDC3}" srcOrd="0" destOrd="0" presId="urn:microsoft.com/office/officeart/2005/8/layout/vList5"/>
    <dgm:cxn modelId="{B4695F4D-2FDC-4336-9C72-A93570CC8080}" type="presOf" srcId="{53CA5D5A-7A1F-4F3C-9C58-754E4B67CDA5}" destId="{AE704B19-789E-4237-8757-B3FC8BF4C1C3}" srcOrd="0" destOrd="0" presId="urn:microsoft.com/office/officeart/2005/8/layout/vList5"/>
    <dgm:cxn modelId="{3878F579-BFD7-407F-9591-ED9F9CB501E4}" srcId="{AA7C65F0-BCB0-40B8-8B2A-B5AD074D032C}" destId="{FC6C054A-5451-4553-8C14-A25B3A2E8D93}" srcOrd="1" destOrd="0" parTransId="{B289E00C-7D7A-49CA-AAB2-49AA0626D069}" sibTransId="{2BD1F169-54CC-4F02-A581-85AEDE17C598}"/>
    <dgm:cxn modelId="{F42CA37A-C478-4A9F-9D54-004DC107A398}" type="presOf" srcId="{270845F4-DC61-432D-819C-59F6891248BA}" destId="{035995C0-7887-4AE7-BFEE-4701E6CAD1DB}" srcOrd="0" destOrd="1" presId="urn:microsoft.com/office/officeart/2005/8/layout/vList5"/>
    <dgm:cxn modelId="{33E7EF95-6368-4E82-87C5-5EE0ED096B44}" srcId="{AA7C65F0-BCB0-40B8-8B2A-B5AD074D032C}" destId="{906663F5-ACF8-47D7-9020-89E65D005FF1}" srcOrd="2" destOrd="0" parTransId="{7F60208D-8ABD-46BD-AAC7-EDB1E731E5AF}" sibTransId="{F9EBBCCD-4025-4420-9B2F-0DED2145BD76}"/>
    <dgm:cxn modelId="{985BDFA1-9732-46A8-BBE5-F33F12FE19D7}" srcId="{0CBE36E9-1F65-4921-A33B-4392594C315A}" destId="{9EF613B3-DE4C-4E61-B3C9-585AE09F345D}" srcOrd="0" destOrd="0" parTransId="{0CC677DE-6247-495E-B56F-BDB194F36F9E}" sibTransId="{09CEDCE0-882B-434E-A705-73D0AF73E7A5}"/>
    <dgm:cxn modelId="{60D2B9AC-4EAD-4628-85A7-1B3D636E34BD}" type="presOf" srcId="{AA7C65F0-BCB0-40B8-8B2A-B5AD074D032C}" destId="{AF43B4EE-9328-43A8-929E-8FC5E6460215}" srcOrd="0" destOrd="0" presId="urn:microsoft.com/office/officeart/2005/8/layout/vList5"/>
    <dgm:cxn modelId="{201164B5-B9CC-408A-A97C-D7C22D07A8C0}" srcId="{7ACAF567-3FFB-4974-B67C-27EF41507E0B}" destId="{0CBE36E9-1F65-4921-A33B-4392594C315A}" srcOrd="1" destOrd="0" parTransId="{A5159BC0-71AD-4393-BB80-A9F00B516073}" sibTransId="{208F66A7-9603-4744-B278-61CF329C9A56}"/>
    <dgm:cxn modelId="{F51C8ABA-F5DD-48F6-9521-81708EE78ADA}" type="presOf" srcId="{9EF613B3-DE4C-4E61-B3C9-585AE09F345D}" destId="{035995C0-7887-4AE7-BFEE-4701E6CAD1DB}" srcOrd="0" destOrd="0" presId="urn:microsoft.com/office/officeart/2005/8/layout/vList5"/>
    <dgm:cxn modelId="{FAD394CF-2A9D-4149-9A09-46A320B11909}" type="presOf" srcId="{BE5A81D8-84A4-4206-A203-71BC49A92FEC}" destId="{035995C0-7887-4AE7-BFEE-4701E6CAD1DB}" srcOrd="0" destOrd="2" presId="urn:microsoft.com/office/officeart/2005/8/layout/vList5"/>
    <dgm:cxn modelId="{FEE00EE8-70D0-4154-A20F-7B169CD9A65A}" srcId="{7ACAF567-3FFB-4974-B67C-27EF41507E0B}" destId="{AA7C65F0-BCB0-40B8-8B2A-B5AD074D032C}" srcOrd="0" destOrd="0" parTransId="{B29FC6C7-DAF7-4019-9B3E-A341F98F3B1D}" sibTransId="{8489D7B3-3BB0-437F-A62C-90DA6FD28871}"/>
    <dgm:cxn modelId="{F8FB05F7-5EFD-4F1E-8D58-F9637AD22B48}" type="presOf" srcId="{FC6C054A-5451-4553-8C14-A25B3A2E8D93}" destId="{AE704B19-789E-4237-8757-B3FC8BF4C1C3}" srcOrd="0" destOrd="1" presId="urn:microsoft.com/office/officeart/2005/8/layout/vList5"/>
    <dgm:cxn modelId="{A5FCE4A4-F22A-40C7-A9B8-EC7F657671F7}" type="presParOf" srcId="{1A8EB8EB-1EC2-4F92-BB49-69BA4D28DDC3}" destId="{B53B7229-B114-4362-8567-268FD15BD1E5}" srcOrd="0" destOrd="0" presId="urn:microsoft.com/office/officeart/2005/8/layout/vList5"/>
    <dgm:cxn modelId="{6F631FF9-8C2B-4266-8A2E-DA48B11AF0DD}" type="presParOf" srcId="{B53B7229-B114-4362-8567-268FD15BD1E5}" destId="{AF43B4EE-9328-43A8-929E-8FC5E6460215}" srcOrd="0" destOrd="0" presId="urn:microsoft.com/office/officeart/2005/8/layout/vList5"/>
    <dgm:cxn modelId="{EF388B92-A451-4683-B304-B7932796566F}" type="presParOf" srcId="{B53B7229-B114-4362-8567-268FD15BD1E5}" destId="{AE704B19-789E-4237-8757-B3FC8BF4C1C3}" srcOrd="1" destOrd="0" presId="urn:microsoft.com/office/officeart/2005/8/layout/vList5"/>
    <dgm:cxn modelId="{6AA3FD9E-3D70-45DA-8792-305DBE551F7C}" type="presParOf" srcId="{1A8EB8EB-1EC2-4F92-BB49-69BA4D28DDC3}" destId="{D9ED8B8F-4EE7-4F65-B736-78E64B47EC15}" srcOrd="1" destOrd="0" presId="urn:microsoft.com/office/officeart/2005/8/layout/vList5"/>
    <dgm:cxn modelId="{170CF5C1-74BE-4111-AB10-8F2695AD0CAA}" type="presParOf" srcId="{1A8EB8EB-1EC2-4F92-BB49-69BA4D28DDC3}" destId="{DDC43F0F-8225-4CE1-AAA4-95BA0C863905}" srcOrd="2" destOrd="0" presId="urn:microsoft.com/office/officeart/2005/8/layout/vList5"/>
    <dgm:cxn modelId="{1DF8AB10-6F01-49C4-97D8-7E2D9C7BAE99}" type="presParOf" srcId="{DDC43F0F-8225-4CE1-AAA4-95BA0C863905}" destId="{78F67D44-84DB-4B7D-AF31-0C4CD7043124}" srcOrd="0" destOrd="0" presId="urn:microsoft.com/office/officeart/2005/8/layout/vList5"/>
    <dgm:cxn modelId="{25838F47-35FC-4BC7-A413-20B9AA9460B8}" type="presParOf" srcId="{DDC43F0F-8225-4CE1-AAA4-95BA0C863905}" destId="{035995C0-7887-4AE7-BFEE-4701E6CAD1D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5398AD-9CDD-42F3-ABE9-C28024F05516}"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1757FCB3-F4ED-46DB-BD31-D4068D2E1124}">
      <dgm:prSet custT="1"/>
      <dgm:spPr/>
      <dgm:t>
        <a:bodyPr/>
        <a:lstStyle/>
        <a:p>
          <a:r>
            <a:rPr lang="en-US" sz="2400" b="1" dirty="0"/>
            <a:t>UI Structure</a:t>
          </a:r>
          <a:endParaRPr lang="en-US" sz="2400" dirty="0"/>
        </a:p>
      </dgm:t>
    </dgm:pt>
    <dgm:pt modelId="{53A6BB9F-9779-4F5F-B63E-B8EAB97428D7}" type="parTrans" cxnId="{48E15AA8-0F6A-4FCE-A2D8-E2EFBC01F7F2}">
      <dgm:prSet/>
      <dgm:spPr/>
      <dgm:t>
        <a:bodyPr/>
        <a:lstStyle/>
        <a:p>
          <a:endParaRPr lang="en-US"/>
        </a:p>
      </dgm:t>
    </dgm:pt>
    <dgm:pt modelId="{4002761D-BEFC-4124-B569-8E71FBFDD94A}" type="sibTrans" cxnId="{48E15AA8-0F6A-4FCE-A2D8-E2EFBC01F7F2}">
      <dgm:prSet/>
      <dgm:spPr/>
      <dgm:t>
        <a:bodyPr/>
        <a:lstStyle/>
        <a:p>
          <a:endParaRPr lang="en-US"/>
        </a:p>
      </dgm:t>
    </dgm:pt>
    <dgm:pt modelId="{69F94C27-D5EB-46D9-B456-EB2FA22AA63D}">
      <dgm:prSet custT="1"/>
      <dgm:spPr/>
      <dgm:t>
        <a:bodyPr anchor="ctr"/>
        <a:lstStyle/>
        <a:p>
          <a:pPr algn="l">
            <a:lnSpc>
              <a:spcPct val="150000"/>
            </a:lnSpc>
            <a:buFont typeface="Wingdings" panose="05000000000000000000" pitchFamily="2" charset="2"/>
            <a:buChar char="§"/>
          </a:pPr>
          <a:r>
            <a:rPr lang="en-US" sz="1600"/>
            <a:t>Sidebar Navigation (Discover / My Groups / Chats)</a:t>
          </a:r>
        </a:p>
      </dgm:t>
    </dgm:pt>
    <dgm:pt modelId="{BCADCB52-0716-41E8-B474-B209833E89F2}" type="parTrans" cxnId="{E2AE9CB8-8C1C-4F43-B312-831FC65864C9}">
      <dgm:prSet/>
      <dgm:spPr/>
      <dgm:t>
        <a:bodyPr/>
        <a:lstStyle/>
        <a:p>
          <a:endParaRPr lang="en-US"/>
        </a:p>
      </dgm:t>
    </dgm:pt>
    <dgm:pt modelId="{6881A384-EC9D-45F3-B516-6F049042C523}" type="sibTrans" cxnId="{E2AE9CB8-8C1C-4F43-B312-831FC65864C9}">
      <dgm:prSet/>
      <dgm:spPr/>
      <dgm:t>
        <a:bodyPr/>
        <a:lstStyle/>
        <a:p>
          <a:endParaRPr lang="en-US"/>
        </a:p>
      </dgm:t>
    </dgm:pt>
    <dgm:pt modelId="{B36C6080-D516-45FA-826D-56B9D3223740}">
      <dgm:prSet custT="1"/>
      <dgm:spPr/>
      <dgm:t>
        <a:bodyPr anchor="ctr"/>
        <a:lstStyle/>
        <a:p>
          <a:pPr algn="l">
            <a:lnSpc>
              <a:spcPct val="150000"/>
            </a:lnSpc>
            <a:buFont typeface="Wingdings" panose="05000000000000000000" pitchFamily="2" charset="2"/>
            <a:buChar char="§"/>
          </a:pPr>
          <a:r>
            <a:rPr lang="en-US" sz="1600" dirty="0"/>
            <a:t>Dashboard Statistics Cards</a:t>
          </a:r>
        </a:p>
      </dgm:t>
    </dgm:pt>
    <dgm:pt modelId="{91F252A4-CF7E-464E-80A0-2274CC1897BF}" type="parTrans" cxnId="{6E57C6CE-AE47-41DA-AA90-BA19FEDF0926}">
      <dgm:prSet/>
      <dgm:spPr/>
      <dgm:t>
        <a:bodyPr/>
        <a:lstStyle/>
        <a:p>
          <a:endParaRPr lang="en-US"/>
        </a:p>
      </dgm:t>
    </dgm:pt>
    <dgm:pt modelId="{3C64E970-8402-4367-B8A2-BE94E1521140}" type="sibTrans" cxnId="{6E57C6CE-AE47-41DA-AA90-BA19FEDF0926}">
      <dgm:prSet/>
      <dgm:spPr/>
      <dgm:t>
        <a:bodyPr/>
        <a:lstStyle/>
        <a:p>
          <a:endParaRPr lang="en-US"/>
        </a:p>
      </dgm:t>
    </dgm:pt>
    <dgm:pt modelId="{C3AE6673-5E2B-4B1D-AE19-AF51A5FD4844}">
      <dgm:prSet custT="1"/>
      <dgm:spPr/>
      <dgm:t>
        <a:bodyPr anchor="ctr"/>
        <a:lstStyle/>
        <a:p>
          <a:pPr algn="l">
            <a:lnSpc>
              <a:spcPct val="150000"/>
            </a:lnSpc>
            <a:buFont typeface="Wingdings" panose="05000000000000000000" pitchFamily="2" charset="2"/>
            <a:buChar char="§"/>
          </a:pPr>
          <a:r>
            <a:rPr lang="en-US" sz="1600" dirty="0"/>
            <a:t>Course Filter Ribbon</a:t>
          </a:r>
        </a:p>
      </dgm:t>
    </dgm:pt>
    <dgm:pt modelId="{9A16399B-C90F-467B-9ABE-866C41005BF9}" type="parTrans" cxnId="{D396EB20-BF55-44EA-A5CC-E94108AED741}">
      <dgm:prSet/>
      <dgm:spPr/>
      <dgm:t>
        <a:bodyPr/>
        <a:lstStyle/>
        <a:p>
          <a:endParaRPr lang="en-US"/>
        </a:p>
      </dgm:t>
    </dgm:pt>
    <dgm:pt modelId="{ECC7E40E-1106-4184-BC1F-695126B0C0CC}" type="sibTrans" cxnId="{D396EB20-BF55-44EA-A5CC-E94108AED741}">
      <dgm:prSet/>
      <dgm:spPr/>
      <dgm:t>
        <a:bodyPr/>
        <a:lstStyle/>
        <a:p>
          <a:endParaRPr lang="en-US"/>
        </a:p>
      </dgm:t>
    </dgm:pt>
    <dgm:pt modelId="{4AC3358A-8BF8-486E-B914-83BED0B396C2}">
      <dgm:prSet custT="1"/>
      <dgm:spPr/>
      <dgm:t>
        <a:bodyPr anchor="ctr"/>
        <a:lstStyle/>
        <a:p>
          <a:pPr algn="l">
            <a:lnSpc>
              <a:spcPct val="150000"/>
            </a:lnSpc>
            <a:buFont typeface="Wingdings" panose="05000000000000000000" pitchFamily="2" charset="2"/>
            <a:buChar char="§"/>
          </a:pPr>
          <a:r>
            <a:rPr lang="en-US" sz="1600" dirty="0"/>
            <a:t>Group Card Grid Layout</a:t>
          </a:r>
        </a:p>
      </dgm:t>
    </dgm:pt>
    <dgm:pt modelId="{8780894F-761B-454B-8DE7-AE3BEF3DF7C3}" type="parTrans" cxnId="{82FDDFBA-8B91-4F2E-8E22-5248B55E720C}">
      <dgm:prSet/>
      <dgm:spPr/>
      <dgm:t>
        <a:bodyPr/>
        <a:lstStyle/>
        <a:p>
          <a:endParaRPr lang="en-US"/>
        </a:p>
      </dgm:t>
    </dgm:pt>
    <dgm:pt modelId="{A99CE09F-EC6C-431E-8330-342653280D3C}" type="sibTrans" cxnId="{82FDDFBA-8B91-4F2E-8E22-5248B55E720C}">
      <dgm:prSet/>
      <dgm:spPr/>
      <dgm:t>
        <a:bodyPr/>
        <a:lstStyle/>
        <a:p>
          <a:endParaRPr lang="en-US"/>
        </a:p>
      </dgm:t>
    </dgm:pt>
    <dgm:pt modelId="{5871CFC6-1323-49D9-8DF8-DDFD760CCCEE}">
      <dgm:prSet custT="1"/>
      <dgm:spPr/>
      <dgm:t>
        <a:bodyPr anchor="ctr"/>
        <a:lstStyle/>
        <a:p>
          <a:pPr algn="l">
            <a:lnSpc>
              <a:spcPct val="150000"/>
            </a:lnSpc>
            <a:buFont typeface="Wingdings" panose="05000000000000000000" pitchFamily="2" charset="2"/>
            <a:buChar char="§"/>
          </a:pPr>
          <a:r>
            <a:rPr lang="en-US" sz="1600" dirty="0"/>
            <a:t>Modal Windows (Create Group / Add Course)</a:t>
          </a:r>
        </a:p>
      </dgm:t>
    </dgm:pt>
    <dgm:pt modelId="{584470A1-F385-47AE-944E-D5A81F223539}" type="parTrans" cxnId="{98802024-E0A4-4C62-AA20-EFF6DD4A0731}">
      <dgm:prSet/>
      <dgm:spPr/>
      <dgm:t>
        <a:bodyPr/>
        <a:lstStyle/>
        <a:p>
          <a:endParaRPr lang="en-US"/>
        </a:p>
      </dgm:t>
    </dgm:pt>
    <dgm:pt modelId="{C6D467B2-B5DB-4BE3-9AEF-76F23774757F}" type="sibTrans" cxnId="{98802024-E0A4-4C62-AA20-EFF6DD4A0731}">
      <dgm:prSet/>
      <dgm:spPr/>
      <dgm:t>
        <a:bodyPr/>
        <a:lstStyle/>
        <a:p>
          <a:endParaRPr lang="en-US"/>
        </a:p>
      </dgm:t>
    </dgm:pt>
    <dgm:pt modelId="{7C9C0ADE-A808-48BD-BEC2-A0C68D399904}" type="pres">
      <dgm:prSet presAssocID="{D15398AD-9CDD-42F3-ABE9-C28024F05516}" presName="Name0" presStyleCnt="0">
        <dgm:presLayoutVars>
          <dgm:dir/>
          <dgm:animLvl val="lvl"/>
          <dgm:resizeHandles val="exact"/>
        </dgm:presLayoutVars>
      </dgm:prSet>
      <dgm:spPr/>
    </dgm:pt>
    <dgm:pt modelId="{F7235344-D910-4F1E-A5AA-882D19A3F6E1}" type="pres">
      <dgm:prSet presAssocID="{1757FCB3-F4ED-46DB-BD31-D4068D2E1124}" presName="composite" presStyleCnt="0"/>
      <dgm:spPr/>
    </dgm:pt>
    <dgm:pt modelId="{552B1320-3BF2-4387-BD48-52FE8E6D3A35}" type="pres">
      <dgm:prSet presAssocID="{1757FCB3-F4ED-46DB-BD31-D4068D2E1124}" presName="parTx" presStyleLbl="alignNode1" presStyleIdx="0" presStyleCnt="1">
        <dgm:presLayoutVars>
          <dgm:chMax val="0"/>
          <dgm:chPref val="0"/>
          <dgm:bulletEnabled val="1"/>
        </dgm:presLayoutVars>
      </dgm:prSet>
      <dgm:spPr/>
    </dgm:pt>
    <dgm:pt modelId="{4B763201-864A-4254-85F8-F8875CB022DB}" type="pres">
      <dgm:prSet presAssocID="{1757FCB3-F4ED-46DB-BD31-D4068D2E1124}" presName="desTx" presStyleLbl="alignAccFollowNode1" presStyleIdx="0" presStyleCnt="1">
        <dgm:presLayoutVars>
          <dgm:bulletEnabled val="1"/>
        </dgm:presLayoutVars>
      </dgm:prSet>
      <dgm:spPr/>
    </dgm:pt>
  </dgm:ptLst>
  <dgm:cxnLst>
    <dgm:cxn modelId="{227A7601-9AE9-444E-B063-F0DB98A6D289}" type="presOf" srcId="{B36C6080-D516-45FA-826D-56B9D3223740}" destId="{4B763201-864A-4254-85F8-F8875CB022DB}" srcOrd="0" destOrd="1" presId="urn:microsoft.com/office/officeart/2005/8/layout/hList1"/>
    <dgm:cxn modelId="{D396EB20-BF55-44EA-A5CC-E94108AED741}" srcId="{1757FCB3-F4ED-46DB-BD31-D4068D2E1124}" destId="{C3AE6673-5E2B-4B1D-AE19-AF51A5FD4844}" srcOrd="2" destOrd="0" parTransId="{9A16399B-C90F-467B-9ABE-866C41005BF9}" sibTransId="{ECC7E40E-1106-4184-BC1F-695126B0C0CC}"/>
    <dgm:cxn modelId="{98802024-E0A4-4C62-AA20-EFF6DD4A0731}" srcId="{1757FCB3-F4ED-46DB-BD31-D4068D2E1124}" destId="{5871CFC6-1323-49D9-8DF8-DDFD760CCCEE}" srcOrd="4" destOrd="0" parTransId="{584470A1-F385-47AE-944E-D5A81F223539}" sibTransId="{C6D467B2-B5DB-4BE3-9AEF-76F23774757F}"/>
    <dgm:cxn modelId="{36DE9736-2182-406C-BF75-B883A59BB297}" type="presOf" srcId="{4AC3358A-8BF8-486E-B914-83BED0B396C2}" destId="{4B763201-864A-4254-85F8-F8875CB022DB}" srcOrd="0" destOrd="3" presId="urn:microsoft.com/office/officeart/2005/8/layout/hList1"/>
    <dgm:cxn modelId="{F033F666-66F0-4E96-8BEA-4368351F6A66}" type="presOf" srcId="{69F94C27-D5EB-46D9-B456-EB2FA22AA63D}" destId="{4B763201-864A-4254-85F8-F8875CB022DB}" srcOrd="0" destOrd="0" presId="urn:microsoft.com/office/officeart/2005/8/layout/hList1"/>
    <dgm:cxn modelId="{9E4CB16C-2D0F-4494-8C76-AF123EF20ABD}" type="presOf" srcId="{1757FCB3-F4ED-46DB-BD31-D4068D2E1124}" destId="{552B1320-3BF2-4387-BD48-52FE8E6D3A35}" srcOrd="0" destOrd="0" presId="urn:microsoft.com/office/officeart/2005/8/layout/hList1"/>
    <dgm:cxn modelId="{20C9737B-D225-44DA-8A56-764BF9C74AB1}" type="presOf" srcId="{D15398AD-9CDD-42F3-ABE9-C28024F05516}" destId="{7C9C0ADE-A808-48BD-BEC2-A0C68D399904}" srcOrd="0" destOrd="0" presId="urn:microsoft.com/office/officeart/2005/8/layout/hList1"/>
    <dgm:cxn modelId="{70DB79A0-0D0D-4D42-AA8F-BF0FF54658A9}" type="presOf" srcId="{C3AE6673-5E2B-4B1D-AE19-AF51A5FD4844}" destId="{4B763201-864A-4254-85F8-F8875CB022DB}" srcOrd="0" destOrd="2" presId="urn:microsoft.com/office/officeart/2005/8/layout/hList1"/>
    <dgm:cxn modelId="{48E15AA8-0F6A-4FCE-A2D8-E2EFBC01F7F2}" srcId="{D15398AD-9CDD-42F3-ABE9-C28024F05516}" destId="{1757FCB3-F4ED-46DB-BD31-D4068D2E1124}" srcOrd="0" destOrd="0" parTransId="{53A6BB9F-9779-4F5F-B63E-B8EAB97428D7}" sibTransId="{4002761D-BEFC-4124-B569-8E71FBFDD94A}"/>
    <dgm:cxn modelId="{E2AE9CB8-8C1C-4F43-B312-831FC65864C9}" srcId="{1757FCB3-F4ED-46DB-BD31-D4068D2E1124}" destId="{69F94C27-D5EB-46D9-B456-EB2FA22AA63D}" srcOrd="0" destOrd="0" parTransId="{BCADCB52-0716-41E8-B474-B209833E89F2}" sibTransId="{6881A384-EC9D-45F3-B516-6F049042C523}"/>
    <dgm:cxn modelId="{82FDDFBA-8B91-4F2E-8E22-5248B55E720C}" srcId="{1757FCB3-F4ED-46DB-BD31-D4068D2E1124}" destId="{4AC3358A-8BF8-486E-B914-83BED0B396C2}" srcOrd="3" destOrd="0" parTransId="{8780894F-761B-454B-8DE7-AE3BEF3DF7C3}" sibTransId="{A99CE09F-EC6C-431E-8330-342653280D3C}"/>
    <dgm:cxn modelId="{6E57C6CE-AE47-41DA-AA90-BA19FEDF0926}" srcId="{1757FCB3-F4ED-46DB-BD31-D4068D2E1124}" destId="{B36C6080-D516-45FA-826D-56B9D3223740}" srcOrd="1" destOrd="0" parTransId="{91F252A4-CF7E-464E-80A0-2274CC1897BF}" sibTransId="{3C64E970-8402-4367-B8A2-BE94E1521140}"/>
    <dgm:cxn modelId="{E70EB9D2-4662-4BD0-A2BC-40615724DD39}" type="presOf" srcId="{5871CFC6-1323-49D9-8DF8-DDFD760CCCEE}" destId="{4B763201-864A-4254-85F8-F8875CB022DB}" srcOrd="0" destOrd="4" presId="urn:microsoft.com/office/officeart/2005/8/layout/hList1"/>
    <dgm:cxn modelId="{62ECD97D-4929-4AA1-AD70-A238B9E09C8E}" type="presParOf" srcId="{7C9C0ADE-A808-48BD-BEC2-A0C68D399904}" destId="{F7235344-D910-4F1E-A5AA-882D19A3F6E1}" srcOrd="0" destOrd="0" presId="urn:microsoft.com/office/officeart/2005/8/layout/hList1"/>
    <dgm:cxn modelId="{14BAFF0C-0BD6-4BF7-A0BC-BE8780E2BDEF}" type="presParOf" srcId="{F7235344-D910-4F1E-A5AA-882D19A3F6E1}" destId="{552B1320-3BF2-4387-BD48-52FE8E6D3A35}" srcOrd="0" destOrd="0" presId="urn:microsoft.com/office/officeart/2005/8/layout/hList1"/>
    <dgm:cxn modelId="{3890F981-C294-4F7C-8654-7C7595B4A4E5}" type="presParOf" srcId="{F7235344-D910-4F1E-A5AA-882D19A3F6E1}" destId="{4B763201-864A-4254-85F8-F8875CB022D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B0FADB-04C2-4D89-BC98-B9DC48921A4C}" type="doc">
      <dgm:prSet loTypeId="urn:microsoft.com/office/officeart/2005/8/layout/vList5" loCatId="list" qsTypeId="urn:microsoft.com/office/officeart/2005/8/quickstyle/simple1" qsCatId="simple" csTypeId="urn:microsoft.com/office/officeart/2005/8/colors/accent4_4" csCatId="accent4" phldr="1"/>
      <dgm:spPr/>
      <dgm:t>
        <a:bodyPr/>
        <a:lstStyle/>
        <a:p>
          <a:endParaRPr lang="en-US"/>
        </a:p>
      </dgm:t>
    </dgm:pt>
    <dgm:pt modelId="{F3ACBE02-5EBE-4DCC-B2FB-67458F7A5707}">
      <dgm:prSet custT="1"/>
      <dgm:spPr/>
      <dgm:t>
        <a:bodyPr/>
        <a:lstStyle/>
        <a:p>
          <a:r>
            <a:rPr lang="en-US" sz="2400" b="1" dirty="0"/>
            <a:t>Framework &amp; Tool Setup</a:t>
          </a:r>
          <a:endParaRPr lang="en-US" sz="2400" dirty="0"/>
        </a:p>
      </dgm:t>
    </dgm:pt>
    <dgm:pt modelId="{4324483B-6E2C-4B2E-9DCF-A5192FC6E241}" type="parTrans" cxnId="{F3648CB4-C08C-4DE6-80A3-584538D4DF13}">
      <dgm:prSet/>
      <dgm:spPr/>
      <dgm:t>
        <a:bodyPr/>
        <a:lstStyle/>
        <a:p>
          <a:endParaRPr lang="en-US"/>
        </a:p>
      </dgm:t>
    </dgm:pt>
    <dgm:pt modelId="{A53ACBFB-F2E0-42CD-A852-D7421B0479AF}" type="sibTrans" cxnId="{F3648CB4-C08C-4DE6-80A3-584538D4DF13}">
      <dgm:prSet/>
      <dgm:spPr/>
      <dgm:t>
        <a:bodyPr/>
        <a:lstStyle/>
        <a:p>
          <a:endParaRPr lang="en-US"/>
        </a:p>
      </dgm:t>
    </dgm:pt>
    <dgm:pt modelId="{82FCFA79-EFCE-4FDC-8263-76A2933B7798}">
      <dgm:prSet custT="1"/>
      <dgm:spPr/>
      <dgm:t>
        <a:bodyPr/>
        <a:lstStyle/>
        <a:p>
          <a:r>
            <a:rPr lang="en-US" sz="1400" dirty="0"/>
            <a:t>Node.js runtime environment</a:t>
          </a:r>
        </a:p>
      </dgm:t>
    </dgm:pt>
    <dgm:pt modelId="{8AE57A82-4D64-45F8-895A-B5FED33780E1}" type="parTrans" cxnId="{D76623C7-C049-405A-94DB-00B20EC3E180}">
      <dgm:prSet/>
      <dgm:spPr/>
      <dgm:t>
        <a:bodyPr/>
        <a:lstStyle/>
        <a:p>
          <a:endParaRPr lang="en-US"/>
        </a:p>
      </dgm:t>
    </dgm:pt>
    <dgm:pt modelId="{3465A6CB-A7F8-4617-B46C-55765B9D7755}" type="sibTrans" cxnId="{D76623C7-C049-405A-94DB-00B20EC3E180}">
      <dgm:prSet/>
      <dgm:spPr/>
      <dgm:t>
        <a:bodyPr/>
        <a:lstStyle/>
        <a:p>
          <a:endParaRPr lang="en-US"/>
        </a:p>
      </dgm:t>
    </dgm:pt>
    <dgm:pt modelId="{B15593CD-3493-4E2C-9719-C284C271B749}">
      <dgm:prSet custT="1"/>
      <dgm:spPr/>
      <dgm:t>
        <a:bodyPr/>
        <a:lstStyle/>
        <a:p>
          <a:r>
            <a:rPr lang="en-US" sz="1400" dirty="0"/>
            <a:t>Express.js for routing</a:t>
          </a:r>
        </a:p>
      </dgm:t>
    </dgm:pt>
    <dgm:pt modelId="{5E5BDFDF-65DA-4EA0-91C0-19C128A96C1F}" type="parTrans" cxnId="{5F9F1139-EDEE-4427-B65E-E177B0414C6F}">
      <dgm:prSet/>
      <dgm:spPr/>
      <dgm:t>
        <a:bodyPr/>
        <a:lstStyle/>
        <a:p>
          <a:endParaRPr lang="en-US"/>
        </a:p>
      </dgm:t>
    </dgm:pt>
    <dgm:pt modelId="{E0C60A0E-EB39-400F-8FB8-C841CDACE1CC}" type="sibTrans" cxnId="{5F9F1139-EDEE-4427-B65E-E177B0414C6F}">
      <dgm:prSet/>
      <dgm:spPr/>
      <dgm:t>
        <a:bodyPr/>
        <a:lstStyle/>
        <a:p>
          <a:endParaRPr lang="en-US"/>
        </a:p>
      </dgm:t>
    </dgm:pt>
    <dgm:pt modelId="{D01412A2-B23E-4FA4-A7A1-949CC2CF1A59}">
      <dgm:prSet custT="1"/>
      <dgm:spPr/>
      <dgm:t>
        <a:bodyPr/>
        <a:lstStyle/>
        <a:p>
          <a:r>
            <a:rPr lang="en-US" sz="1400" dirty="0"/>
            <a:t>Visual Studio Code</a:t>
          </a:r>
        </a:p>
      </dgm:t>
    </dgm:pt>
    <dgm:pt modelId="{B7C5F1AB-159E-417E-B555-B15016BF3A84}" type="parTrans" cxnId="{CE4F3515-3457-45DD-80FF-864F5A3C0F0C}">
      <dgm:prSet/>
      <dgm:spPr/>
      <dgm:t>
        <a:bodyPr/>
        <a:lstStyle/>
        <a:p>
          <a:endParaRPr lang="en-US"/>
        </a:p>
      </dgm:t>
    </dgm:pt>
    <dgm:pt modelId="{C5885150-B194-4126-997F-02BB220BE4A6}" type="sibTrans" cxnId="{CE4F3515-3457-45DD-80FF-864F5A3C0F0C}">
      <dgm:prSet/>
      <dgm:spPr/>
      <dgm:t>
        <a:bodyPr/>
        <a:lstStyle/>
        <a:p>
          <a:endParaRPr lang="en-US"/>
        </a:p>
      </dgm:t>
    </dgm:pt>
    <dgm:pt modelId="{B4731DA4-61A9-42D8-84E8-BB0C40D2F5B9}">
      <dgm:prSet custT="1"/>
      <dgm:spPr/>
      <dgm:t>
        <a:bodyPr/>
        <a:lstStyle/>
        <a:p>
          <a:r>
            <a:rPr lang="en-US" sz="1400" dirty="0"/>
            <a:t>Git (Version control recommended) (</a:t>
          </a:r>
          <a:r>
            <a:rPr lang="en-US" sz="1400" dirty="0" err="1"/>
            <a:t>Ponuthorai</a:t>
          </a:r>
          <a:r>
            <a:rPr lang="en-US" sz="1400" dirty="0"/>
            <a:t> &amp; </a:t>
          </a:r>
          <a:r>
            <a:rPr lang="en-US" sz="1400" dirty="0" err="1"/>
            <a:t>Loeliger</a:t>
          </a:r>
          <a:r>
            <a:rPr lang="en-US" sz="1400" dirty="0"/>
            <a:t> 2022)</a:t>
          </a:r>
        </a:p>
      </dgm:t>
    </dgm:pt>
    <dgm:pt modelId="{374873CA-8D95-4CA1-BFFC-64F1D976B791}" type="parTrans" cxnId="{46C41BD3-308B-41B4-95CE-047C0371B89D}">
      <dgm:prSet/>
      <dgm:spPr/>
      <dgm:t>
        <a:bodyPr/>
        <a:lstStyle/>
        <a:p>
          <a:endParaRPr lang="en-US"/>
        </a:p>
      </dgm:t>
    </dgm:pt>
    <dgm:pt modelId="{42DCCDDD-B5CB-4723-9057-C4AB4B9ADFFB}" type="sibTrans" cxnId="{46C41BD3-308B-41B4-95CE-047C0371B89D}">
      <dgm:prSet/>
      <dgm:spPr/>
      <dgm:t>
        <a:bodyPr/>
        <a:lstStyle/>
        <a:p>
          <a:endParaRPr lang="en-US"/>
        </a:p>
      </dgm:t>
    </dgm:pt>
    <dgm:pt modelId="{06E1EF33-C212-4E5F-8C58-05ABDE2D649B}">
      <dgm:prSet custT="1"/>
      <dgm:spPr/>
      <dgm:t>
        <a:bodyPr/>
        <a:lstStyle/>
        <a:p>
          <a:r>
            <a:rPr lang="en-US" sz="1400" dirty="0"/>
            <a:t>Browser </a:t>
          </a:r>
          <a:r>
            <a:rPr lang="en-US" sz="1400" dirty="0" err="1"/>
            <a:t>DevTools</a:t>
          </a:r>
          <a:r>
            <a:rPr lang="en-US" sz="1400" dirty="0"/>
            <a:t> for debugging</a:t>
          </a:r>
        </a:p>
      </dgm:t>
    </dgm:pt>
    <dgm:pt modelId="{81A12E5A-B6AC-4FF1-B2F6-A1AFC8ECDB40}" type="parTrans" cxnId="{BE3465CB-C81F-444D-B792-CBE02081025D}">
      <dgm:prSet/>
      <dgm:spPr/>
      <dgm:t>
        <a:bodyPr/>
        <a:lstStyle/>
        <a:p>
          <a:endParaRPr lang="en-US"/>
        </a:p>
      </dgm:t>
    </dgm:pt>
    <dgm:pt modelId="{CF544B2D-F4EB-41D0-B0F9-AF91E4CA0D5E}" type="sibTrans" cxnId="{BE3465CB-C81F-444D-B792-CBE02081025D}">
      <dgm:prSet/>
      <dgm:spPr/>
      <dgm:t>
        <a:bodyPr/>
        <a:lstStyle/>
        <a:p>
          <a:endParaRPr lang="en-US"/>
        </a:p>
      </dgm:t>
    </dgm:pt>
    <dgm:pt modelId="{44027847-9EE2-4F75-AC22-665E270001E4}">
      <dgm:prSet custT="1"/>
      <dgm:spPr/>
      <dgm:t>
        <a:bodyPr/>
        <a:lstStyle/>
        <a:p>
          <a:r>
            <a:rPr lang="en-US" sz="2400" b="1" dirty="0"/>
            <a:t>Third-Party Libraries</a:t>
          </a:r>
          <a:endParaRPr lang="en-US" sz="2400" dirty="0"/>
        </a:p>
      </dgm:t>
    </dgm:pt>
    <dgm:pt modelId="{22644285-D5A9-444C-9AE2-1A4E4D504DBE}" type="parTrans" cxnId="{1E7667E4-A10C-402A-9587-15EF7C7E605B}">
      <dgm:prSet/>
      <dgm:spPr/>
      <dgm:t>
        <a:bodyPr/>
        <a:lstStyle/>
        <a:p>
          <a:endParaRPr lang="en-US"/>
        </a:p>
      </dgm:t>
    </dgm:pt>
    <dgm:pt modelId="{096C3297-5511-4B06-8A80-03D0ACEE0597}" type="sibTrans" cxnId="{1E7667E4-A10C-402A-9587-15EF7C7E605B}">
      <dgm:prSet/>
      <dgm:spPr/>
      <dgm:t>
        <a:bodyPr/>
        <a:lstStyle/>
        <a:p>
          <a:endParaRPr lang="en-US"/>
        </a:p>
      </dgm:t>
    </dgm:pt>
    <dgm:pt modelId="{3D500BF9-79DC-43BE-8CC8-3FB57CF4302F}">
      <dgm:prSet custT="1"/>
      <dgm:spPr/>
      <dgm:t>
        <a:bodyPr/>
        <a:lstStyle/>
        <a:p>
          <a:pPr algn="l"/>
          <a:r>
            <a:rPr lang="en-US" sz="1400" dirty="0"/>
            <a:t>Express</a:t>
          </a:r>
        </a:p>
      </dgm:t>
    </dgm:pt>
    <dgm:pt modelId="{19ACAD2C-7A57-444A-BB39-6AAB4E85F970}" type="parTrans" cxnId="{1C53F335-55E1-486E-8729-C6D4FFEC1D10}">
      <dgm:prSet/>
      <dgm:spPr/>
      <dgm:t>
        <a:bodyPr/>
        <a:lstStyle/>
        <a:p>
          <a:endParaRPr lang="en-US"/>
        </a:p>
      </dgm:t>
    </dgm:pt>
    <dgm:pt modelId="{C0E675BC-3E0E-4A16-AD3A-E71B626577C0}" type="sibTrans" cxnId="{1C53F335-55E1-486E-8729-C6D4FFEC1D10}">
      <dgm:prSet/>
      <dgm:spPr/>
      <dgm:t>
        <a:bodyPr/>
        <a:lstStyle/>
        <a:p>
          <a:endParaRPr lang="en-US"/>
        </a:p>
      </dgm:t>
    </dgm:pt>
    <dgm:pt modelId="{EBD7FDAB-2C7C-4767-8DAF-3AC504F2C526}">
      <dgm:prSet custT="1"/>
      <dgm:spPr/>
      <dgm:t>
        <a:bodyPr/>
        <a:lstStyle/>
        <a:p>
          <a:pPr algn="l"/>
          <a:r>
            <a:rPr lang="en-US" sz="1400" dirty="0"/>
            <a:t>Body-parser</a:t>
          </a:r>
        </a:p>
      </dgm:t>
    </dgm:pt>
    <dgm:pt modelId="{979F96C7-9147-4FB9-B475-FBF993D93AE0}" type="parTrans" cxnId="{0BBD2FC9-4824-4444-BA77-5CA928A1E697}">
      <dgm:prSet/>
      <dgm:spPr/>
      <dgm:t>
        <a:bodyPr/>
        <a:lstStyle/>
        <a:p>
          <a:endParaRPr lang="en-US"/>
        </a:p>
      </dgm:t>
    </dgm:pt>
    <dgm:pt modelId="{073763F1-A159-4F11-89E5-C14949F72953}" type="sibTrans" cxnId="{0BBD2FC9-4824-4444-BA77-5CA928A1E697}">
      <dgm:prSet/>
      <dgm:spPr/>
      <dgm:t>
        <a:bodyPr/>
        <a:lstStyle/>
        <a:p>
          <a:endParaRPr lang="en-US"/>
        </a:p>
      </dgm:t>
    </dgm:pt>
    <dgm:pt modelId="{00A5AECD-8D51-41D9-BC86-23E7EFD2BD82}">
      <dgm:prSet custT="1"/>
      <dgm:spPr/>
      <dgm:t>
        <a:bodyPr/>
        <a:lstStyle/>
        <a:p>
          <a:pPr algn="l"/>
          <a:r>
            <a:rPr lang="en-US" sz="1400" dirty="0"/>
            <a:t>CORS</a:t>
          </a:r>
        </a:p>
      </dgm:t>
    </dgm:pt>
    <dgm:pt modelId="{95519C07-9EB5-4630-B7E2-05B832347CD0}" type="parTrans" cxnId="{A29B4FFA-CE1A-4562-A644-CF3AE36ED7A0}">
      <dgm:prSet/>
      <dgm:spPr/>
      <dgm:t>
        <a:bodyPr/>
        <a:lstStyle/>
        <a:p>
          <a:endParaRPr lang="en-US"/>
        </a:p>
      </dgm:t>
    </dgm:pt>
    <dgm:pt modelId="{E8C10ADB-05CB-41CD-A458-4B810241FC46}" type="sibTrans" cxnId="{A29B4FFA-CE1A-4562-A644-CF3AE36ED7A0}">
      <dgm:prSet/>
      <dgm:spPr/>
      <dgm:t>
        <a:bodyPr/>
        <a:lstStyle/>
        <a:p>
          <a:endParaRPr lang="en-US"/>
        </a:p>
      </dgm:t>
    </dgm:pt>
    <dgm:pt modelId="{A828CB0D-5A8B-4C40-B7C7-9BFC437DE4D6}">
      <dgm:prSet custT="1"/>
      <dgm:spPr/>
      <dgm:t>
        <a:bodyPr/>
        <a:lstStyle/>
        <a:p>
          <a:r>
            <a:rPr lang="en-US" sz="2400" b="1" dirty="0"/>
            <a:t>Rationale:</a:t>
          </a:r>
          <a:endParaRPr lang="en-US" sz="2400" dirty="0"/>
        </a:p>
      </dgm:t>
    </dgm:pt>
    <dgm:pt modelId="{11FC40F5-60B5-4AA0-A3DA-9F1E26A16F86}" type="parTrans" cxnId="{C9A46A9F-AFFE-4674-9DF6-1FF7B73897E4}">
      <dgm:prSet/>
      <dgm:spPr/>
      <dgm:t>
        <a:bodyPr/>
        <a:lstStyle/>
        <a:p>
          <a:endParaRPr lang="en-US"/>
        </a:p>
      </dgm:t>
    </dgm:pt>
    <dgm:pt modelId="{045C73AC-A66D-4412-95A9-A0723AEC920A}" type="sibTrans" cxnId="{C9A46A9F-AFFE-4674-9DF6-1FF7B73897E4}">
      <dgm:prSet/>
      <dgm:spPr/>
      <dgm:t>
        <a:bodyPr/>
        <a:lstStyle/>
        <a:p>
          <a:endParaRPr lang="en-US"/>
        </a:p>
      </dgm:t>
    </dgm:pt>
    <dgm:pt modelId="{F9E36D83-81E8-4DED-8067-6C5B4E76C34E}">
      <dgm:prSet custT="1"/>
      <dgm:spPr/>
      <dgm:t>
        <a:bodyPr/>
        <a:lstStyle/>
        <a:p>
          <a:r>
            <a:rPr lang="en-US" sz="1400" dirty="0"/>
            <a:t>Lightweight</a:t>
          </a:r>
        </a:p>
      </dgm:t>
    </dgm:pt>
    <dgm:pt modelId="{24400E43-6F70-499A-BD48-EA8F1F319B02}" type="parTrans" cxnId="{EB052526-F70B-4EC9-94C9-5DE2EEFA248E}">
      <dgm:prSet/>
      <dgm:spPr/>
      <dgm:t>
        <a:bodyPr/>
        <a:lstStyle/>
        <a:p>
          <a:endParaRPr lang="en-US"/>
        </a:p>
      </dgm:t>
    </dgm:pt>
    <dgm:pt modelId="{EFCB44E1-99BA-4D70-BBD9-69D610940608}" type="sibTrans" cxnId="{EB052526-F70B-4EC9-94C9-5DE2EEFA248E}">
      <dgm:prSet/>
      <dgm:spPr/>
      <dgm:t>
        <a:bodyPr/>
        <a:lstStyle/>
        <a:p>
          <a:endParaRPr lang="en-US"/>
        </a:p>
      </dgm:t>
    </dgm:pt>
    <dgm:pt modelId="{952F7DD0-5409-447D-9493-D9BCF51DB98F}">
      <dgm:prSet custT="1"/>
      <dgm:spPr/>
      <dgm:t>
        <a:bodyPr/>
        <a:lstStyle/>
        <a:p>
          <a:r>
            <a:rPr lang="en-US" sz="1400" dirty="0"/>
            <a:t>Easy REST implementation</a:t>
          </a:r>
        </a:p>
      </dgm:t>
    </dgm:pt>
    <dgm:pt modelId="{35CEC7C4-E539-4961-A090-579D5CBA51B6}" type="parTrans" cxnId="{A2935829-C722-45C8-B5E5-13B10DC8DF28}">
      <dgm:prSet/>
      <dgm:spPr/>
      <dgm:t>
        <a:bodyPr/>
        <a:lstStyle/>
        <a:p>
          <a:endParaRPr lang="en-US"/>
        </a:p>
      </dgm:t>
    </dgm:pt>
    <dgm:pt modelId="{BE3955F7-FD47-4004-86CC-4F72E8CC1EB6}" type="sibTrans" cxnId="{A2935829-C722-45C8-B5E5-13B10DC8DF28}">
      <dgm:prSet/>
      <dgm:spPr/>
      <dgm:t>
        <a:bodyPr/>
        <a:lstStyle/>
        <a:p>
          <a:endParaRPr lang="en-US"/>
        </a:p>
      </dgm:t>
    </dgm:pt>
    <dgm:pt modelId="{7D19E95F-9801-4CF8-9568-852FF92E460F}">
      <dgm:prSet custT="1"/>
      <dgm:spPr/>
      <dgm:t>
        <a:bodyPr/>
        <a:lstStyle/>
        <a:p>
          <a:r>
            <a:rPr lang="en-US" sz="1400" dirty="0"/>
            <a:t>Fast development cycle</a:t>
          </a:r>
        </a:p>
      </dgm:t>
    </dgm:pt>
    <dgm:pt modelId="{500ECB95-8FCD-424E-AAD3-BE10DF7D4DE0}" type="parTrans" cxnId="{41CD68CA-829D-4567-9505-60AE74E1F2EF}">
      <dgm:prSet/>
      <dgm:spPr/>
      <dgm:t>
        <a:bodyPr/>
        <a:lstStyle/>
        <a:p>
          <a:endParaRPr lang="en-US"/>
        </a:p>
      </dgm:t>
    </dgm:pt>
    <dgm:pt modelId="{E9B76624-345D-4A07-BF6E-8F89FCFA61FC}" type="sibTrans" cxnId="{41CD68CA-829D-4567-9505-60AE74E1F2EF}">
      <dgm:prSet/>
      <dgm:spPr/>
      <dgm:t>
        <a:bodyPr/>
        <a:lstStyle/>
        <a:p>
          <a:endParaRPr lang="en-US"/>
        </a:p>
      </dgm:t>
    </dgm:pt>
    <dgm:pt modelId="{E7676D19-0DEB-4B9C-9120-7436E167157B}" type="pres">
      <dgm:prSet presAssocID="{CEB0FADB-04C2-4D89-BC98-B9DC48921A4C}" presName="Name0" presStyleCnt="0">
        <dgm:presLayoutVars>
          <dgm:dir/>
          <dgm:animLvl val="lvl"/>
          <dgm:resizeHandles val="exact"/>
        </dgm:presLayoutVars>
      </dgm:prSet>
      <dgm:spPr/>
    </dgm:pt>
    <dgm:pt modelId="{099776D1-8C7C-4F7A-9774-3CD4A686C084}" type="pres">
      <dgm:prSet presAssocID="{F3ACBE02-5EBE-4DCC-B2FB-67458F7A5707}" presName="linNode" presStyleCnt="0"/>
      <dgm:spPr/>
    </dgm:pt>
    <dgm:pt modelId="{8180A5A7-6FFF-4CE5-9A92-9C77AB3FB6FD}" type="pres">
      <dgm:prSet presAssocID="{F3ACBE02-5EBE-4DCC-B2FB-67458F7A5707}" presName="parentText" presStyleLbl="node1" presStyleIdx="0" presStyleCnt="3">
        <dgm:presLayoutVars>
          <dgm:chMax val="1"/>
          <dgm:bulletEnabled val="1"/>
        </dgm:presLayoutVars>
      </dgm:prSet>
      <dgm:spPr/>
    </dgm:pt>
    <dgm:pt modelId="{60A4F54E-D121-4FDF-8F14-E86830979171}" type="pres">
      <dgm:prSet presAssocID="{F3ACBE02-5EBE-4DCC-B2FB-67458F7A5707}" presName="descendantText" presStyleLbl="alignAccFollowNode1" presStyleIdx="0" presStyleCnt="3">
        <dgm:presLayoutVars>
          <dgm:bulletEnabled val="1"/>
        </dgm:presLayoutVars>
      </dgm:prSet>
      <dgm:spPr/>
    </dgm:pt>
    <dgm:pt modelId="{0ED1EAEB-F298-4772-B991-51FF74F932CF}" type="pres">
      <dgm:prSet presAssocID="{A53ACBFB-F2E0-42CD-A852-D7421B0479AF}" presName="sp" presStyleCnt="0"/>
      <dgm:spPr/>
    </dgm:pt>
    <dgm:pt modelId="{B87B9678-273B-43CA-A965-AA94E69BE09A}" type="pres">
      <dgm:prSet presAssocID="{44027847-9EE2-4F75-AC22-665E270001E4}" presName="linNode" presStyleCnt="0"/>
      <dgm:spPr/>
    </dgm:pt>
    <dgm:pt modelId="{C48E914A-F2E1-4DC4-9D7D-565811995924}" type="pres">
      <dgm:prSet presAssocID="{44027847-9EE2-4F75-AC22-665E270001E4}" presName="parentText" presStyleLbl="node1" presStyleIdx="1" presStyleCnt="3">
        <dgm:presLayoutVars>
          <dgm:chMax val="1"/>
          <dgm:bulletEnabled val="1"/>
        </dgm:presLayoutVars>
      </dgm:prSet>
      <dgm:spPr/>
    </dgm:pt>
    <dgm:pt modelId="{629131E6-5B34-4C0C-B480-5A9B39747710}" type="pres">
      <dgm:prSet presAssocID="{44027847-9EE2-4F75-AC22-665E270001E4}" presName="descendantText" presStyleLbl="alignAccFollowNode1" presStyleIdx="1" presStyleCnt="3">
        <dgm:presLayoutVars>
          <dgm:bulletEnabled val="1"/>
        </dgm:presLayoutVars>
      </dgm:prSet>
      <dgm:spPr/>
    </dgm:pt>
    <dgm:pt modelId="{B191D3E6-7313-4E53-954B-F74939F57FCA}" type="pres">
      <dgm:prSet presAssocID="{096C3297-5511-4B06-8A80-03D0ACEE0597}" presName="sp" presStyleCnt="0"/>
      <dgm:spPr/>
    </dgm:pt>
    <dgm:pt modelId="{BE281E45-33E7-4B1C-B233-8BC55DE351A2}" type="pres">
      <dgm:prSet presAssocID="{A828CB0D-5A8B-4C40-B7C7-9BFC437DE4D6}" presName="linNode" presStyleCnt="0"/>
      <dgm:spPr/>
    </dgm:pt>
    <dgm:pt modelId="{61F2BBD8-C752-47EB-BF15-4A85C787E186}" type="pres">
      <dgm:prSet presAssocID="{A828CB0D-5A8B-4C40-B7C7-9BFC437DE4D6}" presName="parentText" presStyleLbl="node1" presStyleIdx="2" presStyleCnt="3">
        <dgm:presLayoutVars>
          <dgm:chMax val="1"/>
          <dgm:bulletEnabled val="1"/>
        </dgm:presLayoutVars>
      </dgm:prSet>
      <dgm:spPr/>
    </dgm:pt>
    <dgm:pt modelId="{3ABFF12C-CB9A-47EC-9F79-1D2EFDDD4E2C}" type="pres">
      <dgm:prSet presAssocID="{A828CB0D-5A8B-4C40-B7C7-9BFC437DE4D6}" presName="descendantText" presStyleLbl="alignAccFollowNode1" presStyleIdx="2" presStyleCnt="3">
        <dgm:presLayoutVars>
          <dgm:bulletEnabled val="1"/>
        </dgm:presLayoutVars>
      </dgm:prSet>
      <dgm:spPr/>
    </dgm:pt>
  </dgm:ptLst>
  <dgm:cxnLst>
    <dgm:cxn modelId="{FE01FC07-390B-4FAE-922E-C69A1EDC3A88}" type="presOf" srcId="{CEB0FADB-04C2-4D89-BC98-B9DC48921A4C}" destId="{E7676D19-0DEB-4B9C-9120-7436E167157B}" srcOrd="0" destOrd="0" presId="urn:microsoft.com/office/officeart/2005/8/layout/vList5"/>
    <dgm:cxn modelId="{CE4F3515-3457-45DD-80FF-864F5A3C0F0C}" srcId="{F3ACBE02-5EBE-4DCC-B2FB-67458F7A5707}" destId="{D01412A2-B23E-4FA4-A7A1-949CC2CF1A59}" srcOrd="2" destOrd="0" parTransId="{B7C5F1AB-159E-417E-B555-B15016BF3A84}" sibTransId="{C5885150-B194-4126-997F-02BB220BE4A6}"/>
    <dgm:cxn modelId="{4ACB5021-38EB-4642-8779-C65F664D5DDB}" type="presOf" srcId="{B15593CD-3493-4E2C-9719-C284C271B749}" destId="{60A4F54E-D121-4FDF-8F14-E86830979171}" srcOrd="0" destOrd="1" presId="urn:microsoft.com/office/officeart/2005/8/layout/vList5"/>
    <dgm:cxn modelId="{EB052526-F70B-4EC9-94C9-5DE2EEFA248E}" srcId="{A828CB0D-5A8B-4C40-B7C7-9BFC437DE4D6}" destId="{F9E36D83-81E8-4DED-8067-6C5B4E76C34E}" srcOrd="0" destOrd="0" parTransId="{24400E43-6F70-499A-BD48-EA8F1F319B02}" sibTransId="{EFCB44E1-99BA-4D70-BBD9-69D610940608}"/>
    <dgm:cxn modelId="{E67C1729-94EE-4DC3-8593-07DC6308E67C}" type="presOf" srcId="{952F7DD0-5409-447D-9493-D9BCF51DB98F}" destId="{3ABFF12C-CB9A-47EC-9F79-1D2EFDDD4E2C}" srcOrd="0" destOrd="1" presId="urn:microsoft.com/office/officeart/2005/8/layout/vList5"/>
    <dgm:cxn modelId="{A2935829-C722-45C8-B5E5-13B10DC8DF28}" srcId="{A828CB0D-5A8B-4C40-B7C7-9BFC437DE4D6}" destId="{952F7DD0-5409-447D-9493-D9BCF51DB98F}" srcOrd="1" destOrd="0" parTransId="{35CEC7C4-E539-4961-A090-579D5CBA51B6}" sibTransId="{BE3955F7-FD47-4004-86CC-4F72E8CC1EB6}"/>
    <dgm:cxn modelId="{93F11A31-464C-4017-8E8F-FD0F229C67B3}" type="presOf" srcId="{82FCFA79-EFCE-4FDC-8263-76A2933B7798}" destId="{60A4F54E-D121-4FDF-8F14-E86830979171}" srcOrd="0" destOrd="0" presId="urn:microsoft.com/office/officeart/2005/8/layout/vList5"/>
    <dgm:cxn modelId="{1C53F335-55E1-486E-8729-C6D4FFEC1D10}" srcId="{44027847-9EE2-4F75-AC22-665E270001E4}" destId="{3D500BF9-79DC-43BE-8CC8-3FB57CF4302F}" srcOrd="0" destOrd="0" parTransId="{19ACAD2C-7A57-444A-BB39-6AAB4E85F970}" sibTransId="{C0E675BC-3E0E-4A16-AD3A-E71B626577C0}"/>
    <dgm:cxn modelId="{5F9F1139-EDEE-4427-B65E-E177B0414C6F}" srcId="{F3ACBE02-5EBE-4DCC-B2FB-67458F7A5707}" destId="{B15593CD-3493-4E2C-9719-C284C271B749}" srcOrd="1" destOrd="0" parTransId="{5E5BDFDF-65DA-4EA0-91C0-19C128A96C1F}" sibTransId="{E0C60A0E-EB39-400F-8FB8-C841CDACE1CC}"/>
    <dgm:cxn modelId="{B7139E5E-401D-4805-8611-3BABC1E4DF68}" type="presOf" srcId="{06E1EF33-C212-4E5F-8C58-05ABDE2D649B}" destId="{60A4F54E-D121-4FDF-8F14-E86830979171}" srcOrd="0" destOrd="4" presId="urn:microsoft.com/office/officeart/2005/8/layout/vList5"/>
    <dgm:cxn modelId="{D3AA886C-11EF-4108-87FF-289C84D9200F}" type="presOf" srcId="{F9E36D83-81E8-4DED-8067-6C5B4E76C34E}" destId="{3ABFF12C-CB9A-47EC-9F79-1D2EFDDD4E2C}" srcOrd="0" destOrd="0" presId="urn:microsoft.com/office/officeart/2005/8/layout/vList5"/>
    <dgm:cxn modelId="{8979C755-53C5-4B87-B100-C46C3A64F3FE}" type="presOf" srcId="{B4731DA4-61A9-42D8-84E8-BB0C40D2F5B9}" destId="{60A4F54E-D121-4FDF-8F14-E86830979171}" srcOrd="0" destOrd="3" presId="urn:microsoft.com/office/officeart/2005/8/layout/vList5"/>
    <dgm:cxn modelId="{33D31558-A619-4A21-8E9A-5C41216AD9F1}" type="presOf" srcId="{F3ACBE02-5EBE-4DCC-B2FB-67458F7A5707}" destId="{8180A5A7-6FFF-4CE5-9A92-9C77AB3FB6FD}" srcOrd="0" destOrd="0" presId="urn:microsoft.com/office/officeart/2005/8/layout/vList5"/>
    <dgm:cxn modelId="{7977A478-5F82-471C-9DB3-1434C43A31F6}" type="presOf" srcId="{44027847-9EE2-4F75-AC22-665E270001E4}" destId="{C48E914A-F2E1-4DC4-9D7D-565811995924}" srcOrd="0" destOrd="0" presId="urn:microsoft.com/office/officeart/2005/8/layout/vList5"/>
    <dgm:cxn modelId="{11705581-24BB-4D4D-9A43-7492A2A8CE10}" type="presOf" srcId="{7D19E95F-9801-4CF8-9568-852FF92E460F}" destId="{3ABFF12C-CB9A-47EC-9F79-1D2EFDDD4E2C}" srcOrd="0" destOrd="2" presId="urn:microsoft.com/office/officeart/2005/8/layout/vList5"/>
    <dgm:cxn modelId="{A57A4582-3CF1-4F1C-B4AD-9452EBC57AC1}" type="presOf" srcId="{00A5AECD-8D51-41D9-BC86-23E7EFD2BD82}" destId="{629131E6-5B34-4C0C-B480-5A9B39747710}" srcOrd="0" destOrd="2" presId="urn:microsoft.com/office/officeart/2005/8/layout/vList5"/>
    <dgm:cxn modelId="{3646A89A-19DD-4234-AFFB-A777FCECF880}" type="presOf" srcId="{EBD7FDAB-2C7C-4767-8DAF-3AC504F2C526}" destId="{629131E6-5B34-4C0C-B480-5A9B39747710}" srcOrd="0" destOrd="1" presId="urn:microsoft.com/office/officeart/2005/8/layout/vList5"/>
    <dgm:cxn modelId="{C9A46A9F-AFFE-4674-9DF6-1FF7B73897E4}" srcId="{CEB0FADB-04C2-4D89-BC98-B9DC48921A4C}" destId="{A828CB0D-5A8B-4C40-B7C7-9BFC437DE4D6}" srcOrd="2" destOrd="0" parTransId="{11FC40F5-60B5-4AA0-A3DA-9F1E26A16F86}" sibTransId="{045C73AC-A66D-4412-95A9-A0723AEC920A}"/>
    <dgm:cxn modelId="{F3648CB4-C08C-4DE6-80A3-584538D4DF13}" srcId="{CEB0FADB-04C2-4D89-BC98-B9DC48921A4C}" destId="{F3ACBE02-5EBE-4DCC-B2FB-67458F7A5707}" srcOrd="0" destOrd="0" parTransId="{4324483B-6E2C-4B2E-9DCF-A5192FC6E241}" sibTransId="{A53ACBFB-F2E0-42CD-A852-D7421B0479AF}"/>
    <dgm:cxn modelId="{D76623C7-C049-405A-94DB-00B20EC3E180}" srcId="{F3ACBE02-5EBE-4DCC-B2FB-67458F7A5707}" destId="{82FCFA79-EFCE-4FDC-8263-76A2933B7798}" srcOrd="0" destOrd="0" parTransId="{8AE57A82-4D64-45F8-895A-B5FED33780E1}" sibTransId="{3465A6CB-A7F8-4617-B46C-55765B9D7755}"/>
    <dgm:cxn modelId="{0BBD2FC9-4824-4444-BA77-5CA928A1E697}" srcId="{44027847-9EE2-4F75-AC22-665E270001E4}" destId="{EBD7FDAB-2C7C-4767-8DAF-3AC504F2C526}" srcOrd="1" destOrd="0" parTransId="{979F96C7-9147-4FB9-B475-FBF993D93AE0}" sibTransId="{073763F1-A159-4F11-89E5-C14949F72953}"/>
    <dgm:cxn modelId="{41CD68CA-829D-4567-9505-60AE74E1F2EF}" srcId="{A828CB0D-5A8B-4C40-B7C7-9BFC437DE4D6}" destId="{7D19E95F-9801-4CF8-9568-852FF92E460F}" srcOrd="2" destOrd="0" parTransId="{500ECB95-8FCD-424E-AAD3-BE10DF7D4DE0}" sibTransId="{E9B76624-345D-4A07-BF6E-8F89FCFA61FC}"/>
    <dgm:cxn modelId="{BE3465CB-C81F-444D-B792-CBE02081025D}" srcId="{F3ACBE02-5EBE-4DCC-B2FB-67458F7A5707}" destId="{06E1EF33-C212-4E5F-8C58-05ABDE2D649B}" srcOrd="4" destOrd="0" parTransId="{81A12E5A-B6AC-4FF1-B2F6-A1AFC8ECDB40}" sibTransId="{CF544B2D-F4EB-41D0-B0F9-AF91E4CA0D5E}"/>
    <dgm:cxn modelId="{46C41BD3-308B-41B4-95CE-047C0371B89D}" srcId="{F3ACBE02-5EBE-4DCC-B2FB-67458F7A5707}" destId="{B4731DA4-61A9-42D8-84E8-BB0C40D2F5B9}" srcOrd="3" destOrd="0" parTransId="{374873CA-8D95-4CA1-BFFC-64F1D976B791}" sibTransId="{42DCCDDD-B5CB-4723-9057-C4AB4B9ADFFB}"/>
    <dgm:cxn modelId="{30F4E1DC-7D00-4E5E-B337-7845AEDC24CB}" type="presOf" srcId="{A828CB0D-5A8B-4C40-B7C7-9BFC437DE4D6}" destId="{61F2BBD8-C752-47EB-BF15-4A85C787E186}" srcOrd="0" destOrd="0" presId="urn:microsoft.com/office/officeart/2005/8/layout/vList5"/>
    <dgm:cxn modelId="{4DB019E0-7C82-4884-AAB1-E172C70BC4CC}" type="presOf" srcId="{3D500BF9-79DC-43BE-8CC8-3FB57CF4302F}" destId="{629131E6-5B34-4C0C-B480-5A9B39747710}" srcOrd="0" destOrd="0" presId="urn:microsoft.com/office/officeart/2005/8/layout/vList5"/>
    <dgm:cxn modelId="{1E7667E4-A10C-402A-9587-15EF7C7E605B}" srcId="{CEB0FADB-04C2-4D89-BC98-B9DC48921A4C}" destId="{44027847-9EE2-4F75-AC22-665E270001E4}" srcOrd="1" destOrd="0" parTransId="{22644285-D5A9-444C-9AE2-1A4E4D504DBE}" sibTransId="{096C3297-5511-4B06-8A80-03D0ACEE0597}"/>
    <dgm:cxn modelId="{3F2465F6-ADD0-493B-863B-175360522BBE}" type="presOf" srcId="{D01412A2-B23E-4FA4-A7A1-949CC2CF1A59}" destId="{60A4F54E-D121-4FDF-8F14-E86830979171}" srcOrd="0" destOrd="2" presId="urn:microsoft.com/office/officeart/2005/8/layout/vList5"/>
    <dgm:cxn modelId="{A29B4FFA-CE1A-4562-A644-CF3AE36ED7A0}" srcId="{44027847-9EE2-4F75-AC22-665E270001E4}" destId="{00A5AECD-8D51-41D9-BC86-23E7EFD2BD82}" srcOrd="2" destOrd="0" parTransId="{95519C07-9EB5-4630-B7E2-05B832347CD0}" sibTransId="{E8C10ADB-05CB-41CD-A458-4B810241FC46}"/>
    <dgm:cxn modelId="{F88AEF9F-FA24-4518-A359-ECDBE84937C3}" type="presParOf" srcId="{E7676D19-0DEB-4B9C-9120-7436E167157B}" destId="{099776D1-8C7C-4F7A-9774-3CD4A686C084}" srcOrd="0" destOrd="0" presId="urn:microsoft.com/office/officeart/2005/8/layout/vList5"/>
    <dgm:cxn modelId="{02CF8796-D800-4E14-B914-FFA479249E97}" type="presParOf" srcId="{099776D1-8C7C-4F7A-9774-3CD4A686C084}" destId="{8180A5A7-6FFF-4CE5-9A92-9C77AB3FB6FD}" srcOrd="0" destOrd="0" presId="urn:microsoft.com/office/officeart/2005/8/layout/vList5"/>
    <dgm:cxn modelId="{02CA7122-4EAD-4895-9B7E-AEE862B2E230}" type="presParOf" srcId="{099776D1-8C7C-4F7A-9774-3CD4A686C084}" destId="{60A4F54E-D121-4FDF-8F14-E86830979171}" srcOrd="1" destOrd="0" presId="urn:microsoft.com/office/officeart/2005/8/layout/vList5"/>
    <dgm:cxn modelId="{E36C965D-FB81-4160-8320-EEA0AFE2640A}" type="presParOf" srcId="{E7676D19-0DEB-4B9C-9120-7436E167157B}" destId="{0ED1EAEB-F298-4772-B991-51FF74F932CF}" srcOrd="1" destOrd="0" presId="urn:microsoft.com/office/officeart/2005/8/layout/vList5"/>
    <dgm:cxn modelId="{EC41BF43-BCD5-4445-B36D-E00629D27D01}" type="presParOf" srcId="{E7676D19-0DEB-4B9C-9120-7436E167157B}" destId="{B87B9678-273B-43CA-A965-AA94E69BE09A}" srcOrd="2" destOrd="0" presId="urn:microsoft.com/office/officeart/2005/8/layout/vList5"/>
    <dgm:cxn modelId="{C4F7543E-AEEE-4464-9F6D-2042FADC66E5}" type="presParOf" srcId="{B87B9678-273B-43CA-A965-AA94E69BE09A}" destId="{C48E914A-F2E1-4DC4-9D7D-565811995924}" srcOrd="0" destOrd="0" presId="urn:microsoft.com/office/officeart/2005/8/layout/vList5"/>
    <dgm:cxn modelId="{1C630478-900A-4866-8FD8-CE327D1DC1A0}" type="presParOf" srcId="{B87B9678-273B-43CA-A965-AA94E69BE09A}" destId="{629131E6-5B34-4C0C-B480-5A9B39747710}" srcOrd="1" destOrd="0" presId="urn:microsoft.com/office/officeart/2005/8/layout/vList5"/>
    <dgm:cxn modelId="{5449B6D2-2FE6-475A-B934-3A333A3ADF16}" type="presParOf" srcId="{E7676D19-0DEB-4B9C-9120-7436E167157B}" destId="{B191D3E6-7313-4E53-954B-F74939F57FCA}" srcOrd="3" destOrd="0" presId="urn:microsoft.com/office/officeart/2005/8/layout/vList5"/>
    <dgm:cxn modelId="{22BF1EC4-DEE3-4048-8D48-01FE4E90228B}" type="presParOf" srcId="{E7676D19-0DEB-4B9C-9120-7436E167157B}" destId="{BE281E45-33E7-4B1C-B233-8BC55DE351A2}" srcOrd="4" destOrd="0" presId="urn:microsoft.com/office/officeart/2005/8/layout/vList5"/>
    <dgm:cxn modelId="{25F05034-9AA2-43E0-9841-CCDAA9E4D5CA}" type="presParOf" srcId="{BE281E45-33E7-4B1C-B233-8BC55DE351A2}" destId="{61F2BBD8-C752-47EB-BF15-4A85C787E186}" srcOrd="0" destOrd="0" presId="urn:microsoft.com/office/officeart/2005/8/layout/vList5"/>
    <dgm:cxn modelId="{1F63496D-6EDB-45B7-8718-922822AB1534}" type="presParOf" srcId="{BE281E45-33E7-4B1C-B233-8BC55DE351A2}" destId="{3ABFF12C-CB9A-47EC-9F79-1D2EFDDD4E2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4712413-A09C-4BEC-AE7E-29C9CF46897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D1D509F-20BD-42C7-A78B-F9B6C7DC7A98}">
      <dgm:prSet/>
      <dgm:spPr/>
      <dgm:t>
        <a:bodyPr/>
        <a:lstStyle/>
        <a:p>
          <a:r>
            <a:rPr lang="en-US" b="1"/>
            <a:t>Important Decisions</a:t>
          </a:r>
          <a:endParaRPr lang="en-US"/>
        </a:p>
      </dgm:t>
    </dgm:pt>
    <dgm:pt modelId="{E81DA9D7-E45A-447A-98C1-4E47AC1C6F47}" type="parTrans" cxnId="{38D16EF6-E658-4570-B3F5-A9B2A994AAB3}">
      <dgm:prSet/>
      <dgm:spPr/>
      <dgm:t>
        <a:bodyPr/>
        <a:lstStyle/>
        <a:p>
          <a:endParaRPr lang="en-US"/>
        </a:p>
      </dgm:t>
    </dgm:pt>
    <dgm:pt modelId="{26039A6C-F807-4A00-BDB0-B61166F35700}" type="sibTrans" cxnId="{38D16EF6-E658-4570-B3F5-A9B2A994AAB3}">
      <dgm:prSet/>
      <dgm:spPr/>
      <dgm:t>
        <a:bodyPr/>
        <a:lstStyle/>
        <a:p>
          <a:endParaRPr lang="en-US"/>
        </a:p>
      </dgm:t>
    </dgm:pt>
    <dgm:pt modelId="{BA8C4F84-AC8A-49F5-83A8-9E5BEC195B79}">
      <dgm:prSet/>
      <dgm:spPr/>
      <dgm:t>
        <a:bodyPr/>
        <a:lstStyle/>
        <a:p>
          <a:pPr>
            <a:buFont typeface="Wingdings" panose="05000000000000000000" pitchFamily="2" charset="2"/>
            <a:buChar char="q"/>
          </a:pPr>
          <a:r>
            <a:rPr lang="en-US" b="1" dirty="0"/>
            <a:t>Single Page Application structure</a:t>
          </a:r>
          <a:endParaRPr lang="en-US" dirty="0"/>
        </a:p>
      </dgm:t>
    </dgm:pt>
    <dgm:pt modelId="{985DC4F2-299B-47C3-A569-B375D7EAB310}" type="parTrans" cxnId="{7216F423-D7D6-4E8C-9AF5-AF7768AFC196}">
      <dgm:prSet/>
      <dgm:spPr/>
      <dgm:t>
        <a:bodyPr/>
        <a:lstStyle/>
        <a:p>
          <a:endParaRPr lang="en-US"/>
        </a:p>
      </dgm:t>
    </dgm:pt>
    <dgm:pt modelId="{B07C8598-377F-4A64-8EEA-E7F4F7414815}" type="sibTrans" cxnId="{7216F423-D7D6-4E8C-9AF5-AF7768AFC196}">
      <dgm:prSet/>
      <dgm:spPr/>
      <dgm:t>
        <a:bodyPr/>
        <a:lstStyle/>
        <a:p>
          <a:endParaRPr lang="en-US"/>
        </a:p>
      </dgm:t>
    </dgm:pt>
    <dgm:pt modelId="{E364BD64-9789-4AB7-9E6B-0FDA4DE0F21C}">
      <dgm:prSet/>
      <dgm:spPr/>
      <dgm:t>
        <a:bodyPr/>
        <a:lstStyle/>
        <a:p>
          <a:pPr>
            <a:buFont typeface="Wingdings" panose="05000000000000000000" pitchFamily="2" charset="2"/>
            <a:buChar char="§"/>
          </a:pPr>
          <a:r>
            <a:rPr lang="en-US" dirty="0"/>
            <a:t>Faster user experience</a:t>
          </a:r>
        </a:p>
      </dgm:t>
    </dgm:pt>
    <dgm:pt modelId="{D71DF72B-A5CF-4DA1-AEF9-EC84B10681CA}" type="parTrans" cxnId="{B293B8C0-DD93-45FB-8707-88B8E2F3B46E}">
      <dgm:prSet/>
      <dgm:spPr/>
      <dgm:t>
        <a:bodyPr/>
        <a:lstStyle/>
        <a:p>
          <a:endParaRPr lang="en-US"/>
        </a:p>
      </dgm:t>
    </dgm:pt>
    <dgm:pt modelId="{327C96D9-1EC8-4180-B3DD-9C5ED9607190}" type="sibTrans" cxnId="{B293B8C0-DD93-45FB-8707-88B8E2F3B46E}">
      <dgm:prSet/>
      <dgm:spPr/>
      <dgm:t>
        <a:bodyPr/>
        <a:lstStyle/>
        <a:p>
          <a:endParaRPr lang="en-US"/>
        </a:p>
      </dgm:t>
    </dgm:pt>
    <dgm:pt modelId="{E2A71068-8BAA-4AB5-A5B2-854756403DF5}">
      <dgm:prSet/>
      <dgm:spPr/>
      <dgm:t>
        <a:bodyPr/>
        <a:lstStyle/>
        <a:p>
          <a:pPr>
            <a:buFont typeface="Wingdings" panose="05000000000000000000" pitchFamily="2" charset="2"/>
            <a:buChar char="§"/>
          </a:pPr>
          <a:r>
            <a:rPr lang="en-US" dirty="0"/>
            <a:t>No page reloads</a:t>
          </a:r>
        </a:p>
      </dgm:t>
    </dgm:pt>
    <dgm:pt modelId="{9406B5E0-D01A-419F-A7EB-1E22111D33E5}" type="parTrans" cxnId="{B0AC69E6-15EC-4CB3-B151-11A4BCC3B5F0}">
      <dgm:prSet/>
      <dgm:spPr/>
      <dgm:t>
        <a:bodyPr/>
        <a:lstStyle/>
        <a:p>
          <a:endParaRPr lang="en-US"/>
        </a:p>
      </dgm:t>
    </dgm:pt>
    <dgm:pt modelId="{34E37401-CA07-4D77-AF6F-E9A84552E096}" type="sibTrans" cxnId="{B0AC69E6-15EC-4CB3-B151-11A4BCC3B5F0}">
      <dgm:prSet/>
      <dgm:spPr/>
      <dgm:t>
        <a:bodyPr/>
        <a:lstStyle/>
        <a:p>
          <a:endParaRPr lang="en-US"/>
        </a:p>
      </dgm:t>
    </dgm:pt>
    <dgm:pt modelId="{1183816E-83FB-41AB-8BEE-B7F662B84457}">
      <dgm:prSet/>
      <dgm:spPr/>
      <dgm:t>
        <a:bodyPr/>
        <a:lstStyle/>
        <a:p>
          <a:pPr>
            <a:buFont typeface="Wingdings" panose="05000000000000000000" pitchFamily="2" charset="2"/>
            <a:buChar char="q"/>
          </a:pPr>
          <a:r>
            <a:rPr lang="en-US" b="1" dirty="0"/>
            <a:t>In-memory database</a:t>
          </a:r>
          <a:endParaRPr lang="en-US" dirty="0"/>
        </a:p>
      </dgm:t>
    </dgm:pt>
    <dgm:pt modelId="{0FA953C9-B8E9-4F4D-8480-539EA0E12358}" type="parTrans" cxnId="{2A63B6E4-835C-4183-BF1B-25E6FBB5ED2C}">
      <dgm:prSet/>
      <dgm:spPr/>
      <dgm:t>
        <a:bodyPr/>
        <a:lstStyle/>
        <a:p>
          <a:endParaRPr lang="en-US"/>
        </a:p>
      </dgm:t>
    </dgm:pt>
    <dgm:pt modelId="{4CCCD3C8-37B9-47D0-93B2-BCAC5B554A12}" type="sibTrans" cxnId="{2A63B6E4-835C-4183-BF1B-25E6FBB5ED2C}">
      <dgm:prSet/>
      <dgm:spPr/>
      <dgm:t>
        <a:bodyPr/>
        <a:lstStyle/>
        <a:p>
          <a:endParaRPr lang="en-US"/>
        </a:p>
      </dgm:t>
    </dgm:pt>
    <dgm:pt modelId="{775B0177-A214-4C7E-BC76-70574D1F39BA}">
      <dgm:prSet/>
      <dgm:spPr/>
      <dgm:t>
        <a:bodyPr/>
        <a:lstStyle/>
        <a:p>
          <a:pPr>
            <a:buFont typeface="Wingdings" panose="05000000000000000000" pitchFamily="2" charset="2"/>
            <a:buChar char="§"/>
          </a:pPr>
          <a:r>
            <a:rPr lang="en-US" dirty="0"/>
            <a:t>Simplifies testing</a:t>
          </a:r>
        </a:p>
      </dgm:t>
    </dgm:pt>
    <dgm:pt modelId="{4B328993-CAAF-4435-BAD5-228F5A59CB8D}" type="parTrans" cxnId="{4374F418-7443-467B-BD37-8EAE16D92F80}">
      <dgm:prSet/>
      <dgm:spPr/>
      <dgm:t>
        <a:bodyPr/>
        <a:lstStyle/>
        <a:p>
          <a:endParaRPr lang="en-US"/>
        </a:p>
      </dgm:t>
    </dgm:pt>
    <dgm:pt modelId="{29F76E98-8614-47E9-84E2-1E3D6EF178E9}" type="sibTrans" cxnId="{4374F418-7443-467B-BD37-8EAE16D92F80}">
      <dgm:prSet/>
      <dgm:spPr/>
      <dgm:t>
        <a:bodyPr/>
        <a:lstStyle/>
        <a:p>
          <a:endParaRPr lang="en-US"/>
        </a:p>
      </dgm:t>
    </dgm:pt>
    <dgm:pt modelId="{F44F2614-F1BA-42A5-B024-1D0D2A0074F5}">
      <dgm:prSet/>
      <dgm:spPr/>
      <dgm:t>
        <a:bodyPr/>
        <a:lstStyle/>
        <a:p>
          <a:pPr>
            <a:buFont typeface="Wingdings" panose="05000000000000000000" pitchFamily="2" charset="2"/>
            <a:buChar char="§"/>
          </a:pPr>
          <a:r>
            <a:rPr lang="en-US" dirty="0"/>
            <a:t>Suitable for prototype</a:t>
          </a:r>
        </a:p>
      </dgm:t>
    </dgm:pt>
    <dgm:pt modelId="{763DDFD7-AD9C-45AF-A7C9-968A122C8288}" type="parTrans" cxnId="{9EDAAD3B-D34B-4D61-B90C-BD54C7C5629D}">
      <dgm:prSet/>
      <dgm:spPr/>
      <dgm:t>
        <a:bodyPr/>
        <a:lstStyle/>
        <a:p>
          <a:endParaRPr lang="en-US"/>
        </a:p>
      </dgm:t>
    </dgm:pt>
    <dgm:pt modelId="{0E3614C4-11BE-4153-A9B3-D206CD83F357}" type="sibTrans" cxnId="{9EDAAD3B-D34B-4D61-B90C-BD54C7C5629D}">
      <dgm:prSet/>
      <dgm:spPr/>
      <dgm:t>
        <a:bodyPr/>
        <a:lstStyle/>
        <a:p>
          <a:endParaRPr lang="en-US"/>
        </a:p>
      </dgm:t>
    </dgm:pt>
    <dgm:pt modelId="{5974A550-F048-421D-973D-A725E218C804}">
      <dgm:prSet/>
      <dgm:spPr/>
      <dgm:t>
        <a:bodyPr/>
        <a:lstStyle/>
        <a:p>
          <a:pPr>
            <a:buFont typeface="Wingdings" panose="05000000000000000000" pitchFamily="2" charset="2"/>
            <a:buChar char="q"/>
          </a:pPr>
          <a:r>
            <a:rPr lang="en-US" b="1" dirty="0"/>
            <a:t>REST API structure</a:t>
          </a:r>
          <a:endParaRPr lang="en-US" dirty="0"/>
        </a:p>
      </dgm:t>
    </dgm:pt>
    <dgm:pt modelId="{C44800BF-1DEE-477B-8AAA-7CFFF3D94C2A}" type="parTrans" cxnId="{0CCB935E-C299-4946-AE9B-1EC6B02BA4DA}">
      <dgm:prSet/>
      <dgm:spPr/>
      <dgm:t>
        <a:bodyPr/>
        <a:lstStyle/>
        <a:p>
          <a:endParaRPr lang="en-US"/>
        </a:p>
      </dgm:t>
    </dgm:pt>
    <dgm:pt modelId="{DC054196-C493-4187-BD9D-8AB20F7A6C15}" type="sibTrans" cxnId="{0CCB935E-C299-4946-AE9B-1EC6B02BA4DA}">
      <dgm:prSet/>
      <dgm:spPr/>
      <dgm:t>
        <a:bodyPr/>
        <a:lstStyle/>
        <a:p>
          <a:endParaRPr lang="en-US"/>
        </a:p>
      </dgm:t>
    </dgm:pt>
    <dgm:pt modelId="{C88C0D4F-7879-47D5-B7E3-F0767991E9BF}">
      <dgm:prSet/>
      <dgm:spPr/>
      <dgm:t>
        <a:bodyPr/>
        <a:lstStyle/>
        <a:p>
          <a:pPr>
            <a:buFont typeface="Wingdings" panose="05000000000000000000" pitchFamily="2" charset="2"/>
            <a:buChar char="§"/>
          </a:pPr>
          <a:r>
            <a:rPr lang="en-US" dirty="0"/>
            <a:t>Clear separation of frontend &amp; backend</a:t>
          </a:r>
        </a:p>
      </dgm:t>
    </dgm:pt>
    <dgm:pt modelId="{2FACCE3F-1818-4902-BB5D-CE2327815D10}" type="parTrans" cxnId="{5D9C15BA-8D63-4E6A-AC4B-2499E8D9D805}">
      <dgm:prSet/>
      <dgm:spPr/>
      <dgm:t>
        <a:bodyPr/>
        <a:lstStyle/>
        <a:p>
          <a:endParaRPr lang="en-US"/>
        </a:p>
      </dgm:t>
    </dgm:pt>
    <dgm:pt modelId="{E1179EC0-219A-47E1-AF58-9F0B4BFEA8DD}" type="sibTrans" cxnId="{5D9C15BA-8D63-4E6A-AC4B-2499E8D9D805}">
      <dgm:prSet/>
      <dgm:spPr/>
      <dgm:t>
        <a:bodyPr/>
        <a:lstStyle/>
        <a:p>
          <a:endParaRPr lang="en-US"/>
        </a:p>
      </dgm:t>
    </dgm:pt>
    <dgm:pt modelId="{33128165-757F-4DA5-B0A8-58AD68D5C233}">
      <dgm:prSet/>
      <dgm:spPr/>
      <dgm:t>
        <a:bodyPr/>
        <a:lstStyle/>
        <a:p>
          <a:pPr>
            <a:buFont typeface="Wingdings" panose="05000000000000000000" pitchFamily="2" charset="2"/>
            <a:buChar char="§"/>
          </a:pPr>
          <a:r>
            <a:rPr lang="en-US" dirty="0"/>
            <a:t>Scalable for future database integration (Gowda &amp; Gowda 2024)</a:t>
          </a:r>
        </a:p>
      </dgm:t>
    </dgm:pt>
    <dgm:pt modelId="{6E9B357E-DDE9-4CB9-9851-2E544F55414D}" type="parTrans" cxnId="{5839F9DE-DDBE-4B3E-870B-8EB7D233AC44}">
      <dgm:prSet/>
      <dgm:spPr/>
      <dgm:t>
        <a:bodyPr/>
        <a:lstStyle/>
        <a:p>
          <a:endParaRPr lang="en-US"/>
        </a:p>
      </dgm:t>
    </dgm:pt>
    <dgm:pt modelId="{6D7CFDE5-031F-40BD-B6F4-FF613DB3196C}" type="sibTrans" cxnId="{5839F9DE-DDBE-4B3E-870B-8EB7D233AC44}">
      <dgm:prSet/>
      <dgm:spPr/>
      <dgm:t>
        <a:bodyPr/>
        <a:lstStyle/>
        <a:p>
          <a:endParaRPr lang="en-US"/>
        </a:p>
      </dgm:t>
    </dgm:pt>
    <dgm:pt modelId="{7F2863EE-4F8F-4E6D-B650-DD3A2A8C230C}">
      <dgm:prSet/>
      <dgm:spPr/>
      <dgm:t>
        <a:bodyPr/>
        <a:lstStyle/>
        <a:p>
          <a:pPr>
            <a:buFont typeface="Wingdings" panose="05000000000000000000" pitchFamily="2" charset="2"/>
            <a:buChar char="q"/>
          </a:pPr>
          <a:r>
            <a:rPr lang="en-US" b="1" dirty="0"/>
            <a:t>Optimistic UI updates</a:t>
          </a:r>
          <a:endParaRPr lang="en-US" dirty="0"/>
        </a:p>
      </dgm:t>
    </dgm:pt>
    <dgm:pt modelId="{9E204FEF-6290-428A-88BD-E73F95745C89}" type="parTrans" cxnId="{98D72DE2-0B5C-4B0B-80BA-4042FBE93C2A}">
      <dgm:prSet/>
      <dgm:spPr/>
      <dgm:t>
        <a:bodyPr/>
        <a:lstStyle/>
        <a:p>
          <a:endParaRPr lang="en-US"/>
        </a:p>
      </dgm:t>
    </dgm:pt>
    <dgm:pt modelId="{AD5A7853-F6B9-4E46-ABC7-A5E6B0C16246}" type="sibTrans" cxnId="{98D72DE2-0B5C-4B0B-80BA-4042FBE93C2A}">
      <dgm:prSet/>
      <dgm:spPr/>
      <dgm:t>
        <a:bodyPr/>
        <a:lstStyle/>
        <a:p>
          <a:endParaRPr lang="en-US"/>
        </a:p>
      </dgm:t>
    </dgm:pt>
    <dgm:pt modelId="{7EB70D1E-709F-453C-B291-35A0E84A3533}">
      <dgm:prSet/>
      <dgm:spPr/>
      <dgm:t>
        <a:bodyPr/>
        <a:lstStyle/>
        <a:p>
          <a:pPr>
            <a:buFont typeface="Wingdings" panose="05000000000000000000" pitchFamily="2" charset="2"/>
            <a:buChar char="§"/>
          </a:pPr>
          <a:r>
            <a:rPr lang="en-US" dirty="0"/>
            <a:t>Immediate feedback for join actions</a:t>
          </a:r>
        </a:p>
      </dgm:t>
    </dgm:pt>
    <dgm:pt modelId="{DF95AF61-3DA9-4CDA-8EFA-5E215DAC019F}" type="parTrans" cxnId="{56B1F988-E1E4-4E6F-B795-7A4A40ECA082}">
      <dgm:prSet/>
      <dgm:spPr/>
      <dgm:t>
        <a:bodyPr/>
        <a:lstStyle/>
        <a:p>
          <a:endParaRPr lang="en-US"/>
        </a:p>
      </dgm:t>
    </dgm:pt>
    <dgm:pt modelId="{92BFE9C7-0978-478A-9BC2-354598429088}" type="sibTrans" cxnId="{56B1F988-E1E4-4E6F-B795-7A4A40ECA082}">
      <dgm:prSet/>
      <dgm:spPr/>
      <dgm:t>
        <a:bodyPr/>
        <a:lstStyle/>
        <a:p>
          <a:endParaRPr lang="en-US"/>
        </a:p>
      </dgm:t>
    </dgm:pt>
    <dgm:pt modelId="{22C2774A-44DB-4A2A-9DC3-8AA476C3F081}">
      <dgm:prSet/>
      <dgm:spPr/>
      <dgm:t>
        <a:bodyPr/>
        <a:lstStyle/>
        <a:p>
          <a:pPr>
            <a:buFont typeface="Wingdings" panose="05000000000000000000" pitchFamily="2" charset="2"/>
            <a:buChar char="§"/>
          </a:pPr>
          <a:r>
            <a:rPr lang="en-US" dirty="0"/>
            <a:t>Improved user experience</a:t>
          </a:r>
        </a:p>
      </dgm:t>
    </dgm:pt>
    <dgm:pt modelId="{0139CF42-8B67-4423-BF49-C3051D570A5D}" type="parTrans" cxnId="{23C9147B-36E5-48EB-B65B-9CED54081315}">
      <dgm:prSet/>
      <dgm:spPr/>
      <dgm:t>
        <a:bodyPr/>
        <a:lstStyle/>
        <a:p>
          <a:endParaRPr lang="en-US"/>
        </a:p>
      </dgm:t>
    </dgm:pt>
    <dgm:pt modelId="{4977AEDE-2813-4024-9CB4-ECB11923D2E1}" type="sibTrans" cxnId="{23C9147B-36E5-48EB-B65B-9CED54081315}">
      <dgm:prSet/>
      <dgm:spPr/>
      <dgm:t>
        <a:bodyPr/>
        <a:lstStyle/>
        <a:p>
          <a:endParaRPr lang="en-US"/>
        </a:p>
      </dgm:t>
    </dgm:pt>
    <dgm:pt modelId="{D1ED7576-115A-4CC3-9A7B-ED3490E665E9}" type="pres">
      <dgm:prSet presAssocID="{14712413-A09C-4BEC-AE7E-29C9CF468974}" presName="linear" presStyleCnt="0">
        <dgm:presLayoutVars>
          <dgm:dir/>
          <dgm:animLvl val="lvl"/>
          <dgm:resizeHandles val="exact"/>
        </dgm:presLayoutVars>
      </dgm:prSet>
      <dgm:spPr/>
    </dgm:pt>
    <dgm:pt modelId="{53167DA2-2E85-4792-B9D5-E8DEC065B39A}" type="pres">
      <dgm:prSet presAssocID="{3D1D509F-20BD-42C7-A78B-F9B6C7DC7A98}" presName="parentLin" presStyleCnt="0"/>
      <dgm:spPr/>
    </dgm:pt>
    <dgm:pt modelId="{3BBEF8C9-896D-4C17-8522-C7947CE3781F}" type="pres">
      <dgm:prSet presAssocID="{3D1D509F-20BD-42C7-A78B-F9B6C7DC7A98}" presName="parentLeftMargin" presStyleLbl="node1" presStyleIdx="0" presStyleCnt="1"/>
      <dgm:spPr/>
    </dgm:pt>
    <dgm:pt modelId="{0FFFC5DD-3F59-4078-A2E0-6960E437540E}" type="pres">
      <dgm:prSet presAssocID="{3D1D509F-20BD-42C7-A78B-F9B6C7DC7A98}" presName="parentText" presStyleLbl="node1" presStyleIdx="0" presStyleCnt="1">
        <dgm:presLayoutVars>
          <dgm:chMax val="0"/>
          <dgm:bulletEnabled val="1"/>
        </dgm:presLayoutVars>
      </dgm:prSet>
      <dgm:spPr/>
    </dgm:pt>
    <dgm:pt modelId="{C7F8583B-FE92-480E-AF86-C76BD1CBF5C5}" type="pres">
      <dgm:prSet presAssocID="{3D1D509F-20BD-42C7-A78B-F9B6C7DC7A98}" presName="negativeSpace" presStyleCnt="0"/>
      <dgm:spPr/>
    </dgm:pt>
    <dgm:pt modelId="{43408A91-9AE3-4231-A1C3-C1D16C7292BA}" type="pres">
      <dgm:prSet presAssocID="{3D1D509F-20BD-42C7-A78B-F9B6C7DC7A98}" presName="childText" presStyleLbl="conFgAcc1" presStyleIdx="0" presStyleCnt="1">
        <dgm:presLayoutVars>
          <dgm:bulletEnabled val="1"/>
        </dgm:presLayoutVars>
      </dgm:prSet>
      <dgm:spPr/>
    </dgm:pt>
  </dgm:ptLst>
  <dgm:cxnLst>
    <dgm:cxn modelId="{C71EB408-12E0-45E4-B5F3-7A2228AC6C97}" type="presOf" srcId="{E2A71068-8BAA-4AB5-A5B2-854756403DF5}" destId="{43408A91-9AE3-4231-A1C3-C1D16C7292BA}" srcOrd="0" destOrd="2" presId="urn:microsoft.com/office/officeart/2005/8/layout/list1"/>
    <dgm:cxn modelId="{4374F418-7443-467B-BD37-8EAE16D92F80}" srcId="{1183816E-83FB-41AB-8BEE-B7F662B84457}" destId="{775B0177-A214-4C7E-BC76-70574D1F39BA}" srcOrd="0" destOrd="0" parTransId="{4B328993-CAAF-4435-BAD5-228F5A59CB8D}" sibTransId="{29F76E98-8614-47E9-84E2-1E3D6EF178E9}"/>
    <dgm:cxn modelId="{78C64619-B6DA-4F4E-8044-6C4F384A03FE}" type="presOf" srcId="{7F2863EE-4F8F-4E6D-B650-DD3A2A8C230C}" destId="{43408A91-9AE3-4231-A1C3-C1D16C7292BA}" srcOrd="0" destOrd="9" presId="urn:microsoft.com/office/officeart/2005/8/layout/list1"/>
    <dgm:cxn modelId="{7216F423-D7D6-4E8C-9AF5-AF7768AFC196}" srcId="{3D1D509F-20BD-42C7-A78B-F9B6C7DC7A98}" destId="{BA8C4F84-AC8A-49F5-83A8-9E5BEC195B79}" srcOrd="0" destOrd="0" parTransId="{985DC4F2-299B-47C3-A569-B375D7EAB310}" sibTransId="{B07C8598-377F-4A64-8EEA-E7F4F7414815}"/>
    <dgm:cxn modelId="{9EDAAD3B-D34B-4D61-B90C-BD54C7C5629D}" srcId="{1183816E-83FB-41AB-8BEE-B7F662B84457}" destId="{F44F2614-F1BA-42A5-B024-1D0D2A0074F5}" srcOrd="1" destOrd="0" parTransId="{763DDFD7-AD9C-45AF-A7C9-968A122C8288}" sibTransId="{0E3614C4-11BE-4153-A9B3-D206CD83F357}"/>
    <dgm:cxn modelId="{0CCB935E-C299-4946-AE9B-1EC6B02BA4DA}" srcId="{3D1D509F-20BD-42C7-A78B-F9B6C7DC7A98}" destId="{5974A550-F048-421D-973D-A725E218C804}" srcOrd="2" destOrd="0" parTransId="{C44800BF-1DEE-477B-8AAA-7CFFF3D94C2A}" sibTransId="{DC054196-C493-4187-BD9D-8AB20F7A6C15}"/>
    <dgm:cxn modelId="{4965D041-4552-4F84-8DB3-49656DB176C3}" type="presOf" srcId="{33128165-757F-4DA5-B0A8-58AD68D5C233}" destId="{43408A91-9AE3-4231-A1C3-C1D16C7292BA}" srcOrd="0" destOrd="8" presId="urn:microsoft.com/office/officeart/2005/8/layout/list1"/>
    <dgm:cxn modelId="{67CC9E4B-9D18-41E8-8125-F0292135BC16}" type="presOf" srcId="{F44F2614-F1BA-42A5-B024-1D0D2A0074F5}" destId="{43408A91-9AE3-4231-A1C3-C1D16C7292BA}" srcOrd="0" destOrd="5" presId="urn:microsoft.com/office/officeart/2005/8/layout/list1"/>
    <dgm:cxn modelId="{4A720158-DDE4-4BDE-BEC3-7564ACE561BC}" type="presOf" srcId="{5974A550-F048-421D-973D-A725E218C804}" destId="{43408A91-9AE3-4231-A1C3-C1D16C7292BA}" srcOrd="0" destOrd="6" presId="urn:microsoft.com/office/officeart/2005/8/layout/list1"/>
    <dgm:cxn modelId="{23C9147B-36E5-48EB-B65B-9CED54081315}" srcId="{7F2863EE-4F8F-4E6D-B650-DD3A2A8C230C}" destId="{22C2774A-44DB-4A2A-9DC3-8AA476C3F081}" srcOrd="1" destOrd="0" parTransId="{0139CF42-8B67-4423-BF49-C3051D570A5D}" sibTransId="{4977AEDE-2813-4024-9CB4-ECB11923D2E1}"/>
    <dgm:cxn modelId="{FAA8FD81-FFD8-4BD6-856B-D3F6AFE7EFD5}" type="presOf" srcId="{C88C0D4F-7879-47D5-B7E3-F0767991E9BF}" destId="{43408A91-9AE3-4231-A1C3-C1D16C7292BA}" srcOrd="0" destOrd="7" presId="urn:microsoft.com/office/officeart/2005/8/layout/list1"/>
    <dgm:cxn modelId="{99272785-8EED-43D4-B651-B0F6EF649E15}" type="presOf" srcId="{E364BD64-9789-4AB7-9E6B-0FDA4DE0F21C}" destId="{43408A91-9AE3-4231-A1C3-C1D16C7292BA}" srcOrd="0" destOrd="1" presId="urn:microsoft.com/office/officeart/2005/8/layout/list1"/>
    <dgm:cxn modelId="{56B1F988-E1E4-4E6F-B795-7A4A40ECA082}" srcId="{7F2863EE-4F8F-4E6D-B650-DD3A2A8C230C}" destId="{7EB70D1E-709F-453C-B291-35A0E84A3533}" srcOrd="0" destOrd="0" parTransId="{DF95AF61-3DA9-4CDA-8EFA-5E215DAC019F}" sibTransId="{92BFE9C7-0978-478A-9BC2-354598429088}"/>
    <dgm:cxn modelId="{ACA699A0-C279-4F28-BEC8-011414A42B2B}" type="presOf" srcId="{3D1D509F-20BD-42C7-A78B-F9B6C7DC7A98}" destId="{3BBEF8C9-896D-4C17-8522-C7947CE3781F}" srcOrd="0" destOrd="0" presId="urn:microsoft.com/office/officeart/2005/8/layout/list1"/>
    <dgm:cxn modelId="{644D56A4-0290-4380-B052-10188F168F40}" type="presOf" srcId="{775B0177-A214-4C7E-BC76-70574D1F39BA}" destId="{43408A91-9AE3-4231-A1C3-C1D16C7292BA}" srcOrd="0" destOrd="4" presId="urn:microsoft.com/office/officeart/2005/8/layout/list1"/>
    <dgm:cxn modelId="{2AD447B0-4EEB-439D-8959-32CF3D542E41}" type="presOf" srcId="{BA8C4F84-AC8A-49F5-83A8-9E5BEC195B79}" destId="{43408A91-9AE3-4231-A1C3-C1D16C7292BA}" srcOrd="0" destOrd="0" presId="urn:microsoft.com/office/officeart/2005/8/layout/list1"/>
    <dgm:cxn modelId="{5D9C15BA-8D63-4E6A-AC4B-2499E8D9D805}" srcId="{5974A550-F048-421D-973D-A725E218C804}" destId="{C88C0D4F-7879-47D5-B7E3-F0767991E9BF}" srcOrd="0" destOrd="0" parTransId="{2FACCE3F-1818-4902-BB5D-CE2327815D10}" sibTransId="{E1179EC0-219A-47E1-AF58-9F0B4BFEA8DD}"/>
    <dgm:cxn modelId="{B293B8C0-DD93-45FB-8707-88B8E2F3B46E}" srcId="{BA8C4F84-AC8A-49F5-83A8-9E5BEC195B79}" destId="{E364BD64-9789-4AB7-9E6B-0FDA4DE0F21C}" srcOrd="0" destOrd="0" parTransId="{D71DF72B-A5CF-4DA1-AEF9-EC84B10681CA}" sibTransId="{327C96D9-1EC8-4180-B3DD-9C5ED9607190}"/>
    <dgm:cxn modelId="{84053CC4-684D-4426-A515-E5B3637617D2}" type="presOf" srcId="{7EB70D1E-709F-453C-B291-35A0E84A3533}" destId="{43408A91-9AE3-4231-A1C3-C1D16C7292BA}" srcOrd="0" destOrd="10" presId="urn:microsoft.com/office/officeart/2005/8/layout/list1"/>
    <dgm:cxn modelId="{D11767C6-9301-475F-8C92-D01117121407}" type="presOf" srcId="{1183816E-83FB-41AB-8BEE-B7F662B84457}" destId="{43408A91-9AE3-4231-A1C3-C1D16C7292BA}" srcOrd="0" destOrd="3" presId="urn:microsoft.com/office/officeart/2005/8/layout/list1"/>
    <dgm:cxn modelId="{05687EC9-1785-4163-9435-A13AB78303AE}" type="presOf" srcId="{14712413-A09C-4BEC-AE7E-29C9CF468974}" destId="{D1ED7576-115A-4CC3-9A7B-ED3490E665E9}" srcOrd="0" destOrd="0" presId="urn:microsoft.com/office/officeart/2005/8/layout/list1"/>
    <dgm:cxn modelId="{68164ADE-0B5F-4340-8E53-89B95B1F4EC0}" type="presOf" srcId="{22C2774A-44DB-4A2A-9DC3-8AA476C3F081}" destId="{43408A91-9AE3-4231-A1C3-C1D16C7292BA}" srcOrd="0" destOrd="11" presId="urn:microsoft.com/office/officeart/2005/8/layout/list1"/>
    <dgm:cxn modelId="{5839F9DE-DDBE-4B3E-870B-8EB7D233AC44}" srcId="{5974A550-F048-421D-973D-A725E218C804}" destId="{33128165-757F-4DA5-B0A8-58AD68D5C233}" srcOrd="1" destOrd="0" parTransId="{6E9B357E-DDE9-4CB9-9851-2E544F55414D}" sibTransId="{6D7CFDE5-031F-40BD-B6F4-FF613DB3196C}"/>
    <dgm:cxn modelId="{98D72DE2-0B5C-4B0B-80BA-4042FBE93C2A}" srcId="{3D1D509F-20BD-42C7-A78B-F9B6C7DC7A98}" destId="{7F2863EE-4F8F-4E6D-B650-DD3A2A8C230C}" srcOrd="3" destOrd="0" parTransId="{9E204FEF-6290-428A-88BD-E73F95745C89}" sibTransId="{AD5A7853-F6B9-4E46-ABC7-A5E6B0C16246}"/>
    <dgm:cxn modelId="{2A63B6E4-835C-4183-BF1B-25E6FBB5ED2C}" srcId="{3D1D509F-20BD-42C7-A78B-F9B6C7DC7A98}" destId="{1183816E-83FB-41AB-8BEE-B7F662B84457}" srcOrd="1" destOrd="0" parTransId="{0FA953C9-B8E9-4F4D-8480-539EA0E12358}" sibTransId="{4CCCD3C8-37B9-47D0-93B2-BCAC5B554A12}"/>
    <dgm:cxn modelId="{B0AC69E6-15EC-4CB3-B151-11A4BCC3B5F0}" srcId="{BA8C4F84-AC8A-49F5-83A8-9E5BEC195B79}" destId="{E2A71068-8BAA-4AB5-A5B2-854756403DF5}" srcOrd="1" destOrd="0" parTransId="{9406B5E0-D01A-419F-A7EB-1E22111D33E5}" sibTransId="{34E37401-CA07-4D77-AF6F-E9A84552E096}"/>
    <dgm:cxn modelId="{1ECA0CED-F9E3-4E89-AF1D-02BBD94D6CEC}" type="presOf" srcId="{3D1D509F-20BD-42C7-A78B-F9B6C7DC7A98}" destId="{0FFFC5DD-3F59-4078-A2E0-6960E437540E}" srcOrd="1" destOrd="0" presId="urn:microsoft.com/office/officeart/2005/8/layout/list1"/>
    <dgm:cxn modelId="{38D16EF6-E658-4570-B3F5-A9B2A994AAB3}" srcId="{14712413-A09C-4BEC-AE7E-29C9CF468974}" destId="{3D1D509F-20BD-42C7-A78B-F9B6C7DC7A98}" srcOrd="0" destOrd="0" parTransId="{E81DA9D7-E45A-447A-98C1-4E47AC1C6F47}" sibTransId="{26039A6C-F807-4A00-BDB0-B61166F35700}"/>
    <dgm:cxn modelId="{21BBF78C-741F-48A4-B973-29B1373D0D22}" type="presParOf" srcId="{D1ED7576-115A-4CC3-9A7B-ED3490E665E9}" destId="{53167DA2-2E85-4792-B9D5-E8DEC065B39A}" srcOrd="0" destOrd="0" presId="urn:microsoft.com/office/officeart/2005/8/layout/list1"/>
    <dgm:cxn modelId="{AF53C631-E273-4872-9AE9-AD61B3C5B6B4}" type="presParOf" srcId="{53167DA2-2E85-4792-B9D5-E8DEC065B39A}" destId="{3BBEF8C9-896D-4C17-8522-C7947CE3781F}" srcOrd="0" destOrd="0" presId="urn:microsoft.com/office/officeart/2005/8/layout/list1"/>
    <dgm:cxn modelId="{8E351294-2C60-411B-962C-00CC36DBABC2}" type="presParOf" srcId="{53167DA2-2E85-4792-B9D5-E8DEC065B39A}" destId="{0FFFC5DD-3F59-4078-A2E0-6960E437540E}" srcOrd="1" destOrd="0" presId="urn:microsoft.com/office/officeart/2005/8/layout/list1"/>
    <dgm:cxn modelId="{0753787E-F753-4924-B788-6590643FD834}" type="presParOf" srcId="{D1ED7576-115A-4CC3-9A7B-ED3490E665E9}" destId="{C7F8583B-FE92-480E-AF86-C76BD1CBF5C5}" srcOrd="1" destOrd="0" presId="urn:microsoft.com/office/officeart/2005/8/layout/list1"/>
    <dgm:cxn modelId="{3F3300F6-E909-44D8-9935-270F2686CA0A}" type="presParOf" srcId="{D1ED7576-115A-4CC3-9A7B-ED3490E665E9}" destId="{43408A91-9AE3-4231-A1C3-C1D16C7292BA}"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8513D52-3C1A-421C-A13E-AD9CBF35ED96}"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9D0CE2A9-F734-448D-B1DE-8BF446A4D1E9}">
      <dgm:prSet custT="1"/>
      <dgm:spPr/>
      <dgm:t>
        <a:bodyPr/>
        <a:lstStyle/>
        <a:p>
          <a:r>
            <a:rPr lang="en-US" sz="1400" b="1" dirty="0"/>
            <a:t>Performed Tests</a:t>
          </a:r>
          <a:endParaRPr lang="en-US" sz="1400" dirty="0"/>
        </a:p>
      </dgm:t>
    </dgm:pt>
    <dgm:pt modelId="{2903EE21-9B98-4295-BAC4-8A76C1AB2D40}" type="parTrans" cxnId="{1CDBECDD-7CD3-498D-A636-B4B3C664F175}">
      <dgm:prSet/>
      <dgm:spPr/>
      <dgm:t>
        <a:bodyPr/>
        <a:lstStyle/>
        <a:p>
          <a:endParaRPr lang="en-US"/>
        </a:p>
      </dgm:t>
    </dgm:pt>
    <dgm:pt modelId="{29062099-537A-40A2-9CB2-48049FE8DAA2}" type="sibTrans" cxnId="{1CDBECDD-7CD3-498D-A636-B4B3C664F175}">
      <dgm:prSet/>
      <dgm:spPr/>
      <dgm:t>
        <a:bodyPr/>
        <a:lstStyle/>
        <a:p>
          <a:endParaRPr lang="en-US"/>
        </a:p>
      </dgm:t>
    </dgm:pt>
    <dgm:pt modelId="{55B40DD7-6F11-43F5-9931-756D67C93067}">
      <dgm:prSet custT="1"/>
      <dgm:spPr/>
      <dgm:t>
        <a:bodyPr/>
        <a:lstStyle/>
        <a:p>
          <a:r>
            <a:rPr lang="en-US" sz="1600" dirty="0"/>
            <a:t>Login validation (empty fields)</a:t>
          </a:r>
        </a:p>
      </dgm:t>
    </dgm:pt>
    <dgm:pt modelId="{02721540-C291-4E73-8519-377188E2D296}" type="parTrans" cxnId="{5914766C-B70B-4B29-BE5D-9438C3D41779}">
      <dgm:prSet/>
      <dgm:spPr/>
      <dgm:t>
        <a:bodyPr/>
        <a:lstStyle/>
        <a:p>
          <a:endParaRPr lang="en-US"/>
        </a:p>
      </dgm:t>
    </dgm:pt>
    <dgm:pt modelId="{1A6E3571-2A6B-422F-8B0E-B3E424F2FC79}" type="sibTrans" cxnId="{5914766C-B70B-4B29-BE5D-9438C3D41779}">
      <dgm:prSet/>
      <dgm:spPr/>
      <dgm:t>
        <a:bodyPr/>
        <a:lstStyle/>
        <a:p>
          <a:endParaRPr lang="en-US"/>
        </a:p>
      </dgm:t>
    </dgm:pt>
    <dgm:pt modelId="{BE1A4FFE-9BBE-42F4-89AD-A7C043A6BA39}">
      <dgm:prSet custT="1"/>
      <dgm:spPr/>
      <dgm:t>
        <a:bodyPr/>
        <a:lstStyle/>
        <a:p>
          <a:r>
            <a:rPr lang="en-US" sz="1600" dirty="0"/>
            <a:t>Course addition &amp; removal</a:t>
          </a:r>
        </a:p>
      </dgm:t>
    </dgm:pt>
    <dgm:pt modelId="{D40B9D46-96CC-4107-B940-DDEC2DA8245E}" type="parTrans" cxnId="{43D2406E-089E-4D06-8882-018E9E120252}">
      <dgm:prSet/>
      <dgm:spPr/>
      <dgm:t>
        <a:bodyPr/>
        <a:lstStyle/>
        <a:p>
          <a:endParaRPr lang="en-US"/>
        </a:p>
      </dgm:t>
    </dgm:pt>
    <dgm:pt modelId="{CB39C009-292E-4134-8F06-078F439DBD8E}" type="sibTrans" cxnId="{43D2406E-089E-4D06-8882-018E9E120252}">
      <dgm:prSet/>
      <dgm:spPr/>
      <dgm:t>
        <a:bodyPr/>
        <a:lstStyle/>
        <a:p>
          <a:endParaRPr lang="en-US"/>
        </a:p>
      </dgm:t>
    </dgm:pt>
    <dgm:pt modelId="{99585D65-FF39-4C43-9CF4-8DCF33A53D66}">
      <dgm:prSet custT="1"/>
      <dgm:spPr/>
      <dgm:t>
        <a:bodyPr/>
        <a:lstStyle/>
        <a:p>
          <a:r>
            <a:rPr lang="en-US" sz="1600" dirty="0"/>
            <a:t>Group join validation</a:t>
          </a:r>
        </a:p>
      </dgm:t>
    </dgm:pt>
    <dgm:pt modelId="{CC1F8873-7985-4A6D-9C89-282E6A19A15F}" type="parTrans" cxnId="{D591C898-FBE3-4856-A9AE-8809C2AE7B60}">
      <dgm:prSet/>
      <dgm:spPr/>
      <dgm:t>
        <a:bodyPr/>
        <a:lstStyle/>
        <a:p>
          <a:endParaRPr lang="en-US"/>
        </a:p>
      </dgm:t>
    </dgm:pt>
    <dgm:pt modelId="{8F2E699D-B6F1-4530-B5C9-A341F030D50F}" type="sibTrans" cxnId="{D591C898-FBE3-4856-A9AE-8809C2AE7B60}">
      <dgm:prSet/>
      <dgm:spPr/>
      <dgm:t>
        <a:bodyPr/>
        <a:lstStyle/>
        <a:p>
          <a:endParaRPr lang="en-US"/>
        </a:p>
      </dgm:t>
    </dgm:pt>
    <dgm:pt modelId="{92DD3BA8-CBC7-46E8-AB23-F239E49118A4}">
      <dgm:prSet custT="1"/>
      <dgm:spPr/>
      <dgm:t>
        <a:bodyPr/>
        <a:lstStyle/>
        <a:p>
          <a:r>
            <a:rPr lang="en-US" sz="1600" dirty="0"/>
            <a:t>Group capacity restriction</a:t>
          </a:r>
        </a:p>
      </dgm:t>
    </dgm:pt>
    <dgm:pt modelId="{67190234-9B45-4C43-98B0-629D5F2479E0}" type="parTrans" cxnId="{D201C9AD-4ABA-438A-B978-EC4F8AB68873}">
      <dgm:prSet/>
      <dgm:spPr/>
      <dgm:t>
        <a:bodyPr/>
        <a:lstStyle/>
        <a:p>
          <a:endParaRPr lang="en-US"/>
        </a:p>
      </dgm:t>
    </dgm:pt>
    <dgm:pt modelId="{496CE1DA-103B-426D-AF16-3915DA0CC11D}" type="sibTrans" cxnId="{D201C9AD-4ABA-438A-B978-EC4F8AB68873}">
      <dgm:prSet/>
      <dgm:spPr/>
      <dgm:t>
        <a:bodyPr/>
        <a:lstStyle/>
        <a:p>
          <a:endParaRPr lang="en-US"/>
        </a:p>
      </dgm:t>
    </dgm:pt>
    <dgm:pt modelId="{6D829FF7-59FF-42B7-8C4C-4E3B88A5A5C5}">
      <dgm:prSet custT="1"/>
      <dgm:spPr/>
      <dgm:t>
        <a:bodyPr/>
        <a:lstStyle/>
        <a:p>
          <a:r>
            <a:rPr lang="en-US" sz="1600" dirty="0"/>
            <a:t>UI </a:t>
          </a:r>
          <a:r>
            <a:rPr lang="en-US" sz="1600"/>
            <a:t>state updates</a:t>
          </a:r>
          <a:endParaRPr lang="en-US" sz="1600" dirty="0"/>
        </a:p>
      </dgm:t>
    </dgm:pt>
    <dgm:pt modelId="{2B60462D-B93D-4318-8073-26106D98E208}" type="parTrans" cxnId="{4354AF7A-23B3-4BB7-99C9-FB11E072937A}">
      <dgm:prSet/>
      <dgm:spPr/>
      <dgm:t>
        <a:bodyPr/>
        <a:lstStyle/>
        <a:p>
          <a:endParaRPr lang="en-US"/>
        </a:p>
      </dgm:t>
    </dgm:pt>
    <dgm:pt modelId="{483EAFD0-31A4-4B76-832B-833F40045F3D}" type="sibTrans" cxnId="{4354AF7A-23B3-4BB7-99C9-FB11E072937A}">
      <dgm:prSet/>
      <dgm:spPr/>
      <dgm:t>
        <a:bodyPr/>
        <a:lstStyle/>
        <a:p>
          <a:endParaRPr lang="en-US"/>
        </a:p>
      </dgm:t>
    </dgm:pt>
    <dgm:pt modelId="{3A0417EE-B27E-40C1-BC26-0EC392CF1936}">
      <dgm:prSet custT="1"/>
      <dgm:spPr/>
      <dgm:t>
        <a:bodyPr/>
        <a:lstStyle/>
        <a:p>
          <a:r>
            <a:rPr lang="en-US" sz="1400" b="1" dirty="0"/>
            <a:t>Risks Identified</a:t>
          </a:r>
          <a:endParaRPr lang="en-US" sz="1400" dirty="0"/>
        </a:p>
      </dgm:t>
    </dgm:pt>
    <dgm:pt modelId="{022649B6-F171-4F63-BF63-3605C3D26836}" type="parTrans" cxnId="{C9C68568-EB41-4D07-AB21-535EAB825B5D}">
      <dgm:prSet/>
      <dgm:spPr/>
      <dgm:t>
        <a:bodyPr/>
        <a:lstStyle/>
        <a:p>
          <a:endParaRPr lang="en-US"/>
        </a:p>
      </dgm:t>
    </dgm:pt>
    <dgm:pt modelId="{D61A3599-3F3A-409C-9AC8-68A9872D23A3}" type="sibTrans" cxnId="{C9C68568-EB41-4D07-AB21-535EAB825B5D}">
      <dgm:prSet/>
      <dgm:spPr/>
      <dgm:t>
        <a:bodyPr/>
        <a:lstStyle/>
        <a:p>
          <a:endParaRPr lang="en-US"/>
        </a:p>
      </dgm:t>
    </dgm:pt>
    <dgm:pt modelId="{ED5C1017-E3CC-49D8-9B4A-71F53824E326}">
      <dgm:prSet custT="1"/>
      <dgm:spPr/>
      <dgm:t>
        <a:bodyPr/>
        <a:lstStyle/>
        <a:p>
          <a:r>
            <a:rPr lang="en-US" sz="1600" dirty="0"/>
            <a:t>No persistent database</a:t>
          </a:r>
        </a:p>
      </dgm:t>
    </dgm:pt>
    <dgm:pt modelId="{72920A4B-F795-40EB-A440-70E7D7CEAE57}" type="parTrans" cxnId="{757286F6-C34C-49AF-9E1C-B7E4E142CE12}">
      <dgm:prSet/>
      <dgm:spPr/>
      <dgm:t>
        <a:bodyPr/>
        <a:lstStyle/>
        <a:p>
          <a:endParaRPr lang="en-US"/>
        </a:p>
      </dgm:t>
    </dgm:pt>
    <dgm:pt modelId="{E52E2AE3-AD30-4542-B3B5-BA36EA8AD6FA}" type="sibTrans" cxnId="{757286F6-C34C-49AF-9E1C-B7E4E142CE12}">
      <dgm:prSet/>
      <dgm:spPr/>
      <dgm:t>
        <a:bodyPr/>
        <a:lstStyle/>
        <a:p>
          <a:endParaRPr lang="en-US"/>
        </a:p>
      </dgm:t>
    </dgm:pt>
    <dgm:pt modelId="{18341EBB-F68C-4D7D-BB0E-2F38C05F544A}">
      <dgm:prSet custT="1"/>
      <dgm:spPr/>
      <dgm:t>
        <a:bodyPr/>
        <a:lstStyle/>
        <a:p>
          <a:r>
            <a:rPr lang="en-US" sz="1600" dirty="0"/>
            <a:t>No authentication security</a:t>
          </a:r>
        </a:p>
      </dgm:t>
    </dgm:pt>
    <dgm:pt modelId="{AE8BFF61-E5DF-4C1A-A704-8FD38FDD0773}" type="parTrans" cxnId="{3420D7D2-0732-4813-8586-2D0CD4FB443D}">
      <dgm:prSet/>
      <dgm:spPr/>
      <dgm:t>
        <a:bodyPr/>
        <a:lstStyle/>
        <a:p>
          <a:endParaRPr lang="en-US"/>
        </a:p>
      </dgm:t>
    </dgm:pt>
    <dgm:pt modelId="{7688AB23-DBED-407B-95E3-2A436198F7FA}" type="sibTrans" cxnId="{3420D7D2-0732-4813-8586-2D0CD4FB443D}">
      <dgm:prSet/>
      <dgm:spPr/>
      <dgm:t>
        <a:bodyPr/>
        <a:lstStyle/>
        <a:p>
          <a:endParaRPr lang="en-US"/>
        </a:p>
      </dgm:t>
    </dgm:pt>
    <dgm:pt modelId="{18D96BC4-DBD6-49E0-A7F1-D67667B350B6}">
      <dgm:prSet custT="1"/>
      <dgm:spPr/>
      <dgm:t>
        <a:bodyPr/>
        <a:lstStyle/>
        <a:p>
          <a:r>
            <a:rPr lang="en-US" sz="1600" dirty="0"/>
            <a:t>Chat is </a:t>
          </a:r>
          <a:r>
            <a:rPr lang="en-US" sz="1600"/>
            <a:t>client-side only</a:t>
          </a:r>
          <a:endParaRPr lang="en-US" sz="1600" dirty="0"/>
        </a:p>
      </dgm:t>
    </dgm:pt>
    <dgm:pt modelId="{2B660EBD-CB9A-44BD-9E35-FEC7A23E1B69}" type="parTrans" cxnId="{BBB6C932-F871-49B9-9CE6-A6192C5D6C05}">
      <dgm:prSet/>
      <dgm:spPr/>
      <dgm:t>
        <a:bodyPr/>
        <a:lstStyle/>
        <a:p>
          <a:endParaRPr lang="en-US"/>
        </a:p>
      </dgm:t>
    </dgm:pt>
    <dgm:pt modelId="{44F7CEFC-5204-4DA1-83DA-15CD3AFCA977}" type="sibTrans" cxnId="{BBB6C932-F871-49B9-9CE6-A6192C5D6C05}">
      <dgm:prSet/>
      <dgm:spPr/>
      <dgm:t>
        <a:bodyPr/>
        <a:lstStyle/>
        <a:p>
          <a:endParaRPr lang="en-US"/>
        </a:p>
      </dgm:t>
    </dgm:pt>
    <dgm:pt modelId="{2726789F-B8EB-41D1-9207-6651B4C22445}" type="pres">
      <dgm:prSet presAssocID="{08513D52-3C1A-421C-A13E-AD9CBF35ED96}" presName="Name0" presStyleCnt="0">
        <dgm:presLayoutVars>
          <dgm:dir/>
          <dgm:animLvl val="lvl"/>
          <dgm:resizeHandles val="exact"/>
        </dgm:presLayoutVars>
      </dgm:prSet>
      <dgm:spPr/>
    </dgm:pt>
    <dgm:pt modelId="{5B44CFCB-E54E-48B6-8C17-BC93BCA1C9ED}" type="pres">
      <dgm:prSet presAssocID="{9D0CE2A9-F734-448D-B1DE-8BF446A4D1E9}" presName="linNode" presStyleCnt="0"/>
      <dgm:spPr/>
    </dgm:pt>
    <dgm:pt modelId="{34359472-6531-4D8E-9EC6-EDB5CA8326E8}" type="pres">
      <dgm:prSet presAssocID="{9D0CE2A9-F734-448D-B1DE-8BF446A4D1E9}" presName="parTx" presStyleLbl="revTx" presStyleIdx="0" presStyleCnt="2">
        <dgm:presLayoutVars>
          <dgm:chMax val="1"/>
          <dgm:bulletEnabled val="1"/>
        </dgm:presLayoutVars>
      </dgm:prSet>
      <dgm:spPr/>
    </dgm:pt>
    <dgm:pt modelId="{0A9B40FE-5518-4AA0-9D14-4BE2D80533D5}" type="pres">
      <dgm:prSet presAssocID="{9D0CE2A9-F734-448D-B1DE-8BF446A4D1E9}" presName="bracket" presStyleLbl="parChTrans1D1" presStyleIdx="0" presStyleCnt="2"/>
      <dgm:spPr/>
    </dgm:pt>
    <dgm:pt modelId="{AE4208A1-11C3-4EB8-B2BD-A02899B7EA23}" type="pres">
      <dgm:prSet presAssocID="{9D0CE2A9-F734-448D-B1DE-8BF446A4D1E9}" presName="spH" presStyleCnt="0"/>
      <dgm:spPr/>
    </dgm:pt>
    <dgm:pt modelId="{DA0100F3-9738-4EF6-94ED-3A28EC580BC4}" type="pres">
      <dgm:prSet presAssocID="{9D0CE2A9-F734-448D-B1DE-8BF446A4D1E9}" presName="desTx" presStyleLbl="node1" presStyleIdx="0" presStyleCnt="2">
        <dgm:presLayoutVars>
          <dgm:bulletEnabled val="1"/>
        </dgm:presLayoutVars>
      </dgm:prSet>
      <dgm:spPr/>
    </dgm:pt>
    <dgm:pt modelId="{48EC1C8D-27CE-425C-B9CB-BB8E7F8E98EE}" type="pres">
      <dgm:prSet presAssocID="{29062099-537A-40A2-9CB2-48049FE8DAA2}" presName="spV" presStyleCnt="0"/>
      <dgm:spPr/>
    </dgm:pt>
    <dgm:pt modelId="{21AD98E5-98FB-4B06-BE03-985E37E26865}" type="pres">
      <dgm:prSet presAssocID="{3A0417EE-B27E-40C1-BC26-0EC392CF1936}" presName="linNode" presStyleCnt="0"/>
      <dgm:spPr/>
    </dgm:pt>
    <dgm:pt modelId="{50E65DD7-363F-4CB1-A000-9AD6B1CDB0C1}" type="pres">
      <dgm:prSet presAssocID="{3A0417EE-B27E-40C1-BC26-0EC392CF1936}" presName="parTx" presStyleLbl="revTx" presStyleIdx="1" presStyleCnt="2">
        <dgm:presLayoutVars>
          <dgm:chMax val="1"/>
          <dgm:bulletEnabled val="1"/>
        </dgm:presLayoutVars>
      </dgm:prSet>
      <dgm:spPr/>
    </dgm:pt>
    <dgm:pt modelId="{B7605B2D-9DAE-4490-9170-ACEF380C39E7}" type="pres">
      <dgm:prSet presAssocID="{3A0417EE-B27E-40C1-BC26-0EC392CF1936}" presName="bracket" presStyleLbl="parChTrans1D1" presStyleIdx="1" presStyleCnt="2"/>
      <dgm:spPr/>
    </dgm:pt>
    <dgm:pt modelId="{7D809FD1-1316-4064-8FF9-5DBF2E49F37E}" type="pres">
      <dgm:prSet presAssocID="{3A0417EE-B27E-40C1-BC26-0EC392CF1936}" presName="spH" presStyleCnt="0"/>
      <dgm:spPr/>
    </dgm:pt>
    <dgm:pt modelId="{DE6913B0-C920-4170-BB84-7ED96A6B5CC1}" type="pres">
      <dgm:prSet presAssocID="{3A0417EE-B27E-40C1-BC26-0EC392CF1936}" presName="desTx" presStyleLbl="node1" presStyleIdx="1" presStyleCnt="2">
        <dgm:presLayoutVars>
          <dgm:bulletEnabled val="1"/>
        </dgm:presLayoutVars>
      </dgm:prSet>
      <dgm:spPr/>
    </dgm:pt>
  </dgm:ptLst>
  <dgm:cxnLst>
    <dgm:cxn modelId="{67033E0C-EF27-4C83-923E-8A466E02703B}" type="presOf" srcId="{ED5C1017-E3CC-49D8-9B4A-71F53824E326}" destId="{DE6913B0-C920-4170-BB84-7ED96A6B5CC1}" srcOrd="0" destOrd="0" presId="urn:diagrams.loki3.com/BracketList"/>
    <dgm:cxn modelId="{BBB6C932-F871-49B9-9CE6-A6192C5D6C05}" srcId="{3A0417EE-B27E-40C1-BC26-0EC392CF1936}" destId="{18D96BC4-DBD6-49E0-A7F1-D67667B350B6}" srcOrd="2" destOrd="0" parTransId="{2B660EBD-CB9A-44BD-9E35-FEC7A23E1B69}" sibTransId="{44F7CEFC-5204-4DA1-83DA-15CD3AFCA977}"/>
    <dgm:cxn modelId="{AB20C333-9650-4442-BC30-61D6DE6CC81A}" type="presOf" srcId="{3A0417EE-B27E-40C1-BC26-0EC392CF1936}" destId="{50E65DD7-363F-4CB1-A000-9AD6B1CDB0C1}" srcOrd="0" destOrd="0" presId="urn:diagrams.loki3.com/BracketList"/>
    <dgm:cxn modelId="{F083EF39-940B-4D0B-BF01-A12178174E36}" type="presOf" srcId="{6D829FF7-59FF-42B7-8C4C-4E3B88A5A5C5}" destId="{DA0100F3-9738-4EF6-94ED-3A28EC580BC4}" srcOrd="0" destOrd="4" presId="urn:diagrams.loki3.com/BracketList"/>
    <dgm:cxn modelId="{C9C68568-EB41-4D07-AB21-535EAB825B5D}" srcId="{08513D52-3C1A-421C-A13E-AD9CBF35ED96}" destId="{3A0417EE-B27E-40C1-BC26-0EC392CF1936}" srcOrd="1" destOrd="0" parTransId="{022649B6-F171-4F63-BF63-3605C3D26836}" sibTransId="{D61A3599-3F3A-409C-9AC8-68A9872D23A3}"/>
    <dgm:cxn modelId="{5914766C-B70B-4B29-BE5D-9438C3D41779}" srcId="{9D0CE2A9-F734-448D-B1DE-8BF446A4D1E9}" destId="{55B40DD7-6F11-43F5-9931-756D67C93067}" srcOrd="0" destOrd="0" parTransId="{02721540-C291-4E73-8519-377188E2D296}" sibTransId="{1A6E3571-2A6B-422F-8B0E-B3E424F2FC79}"/>
    <dgm:cxn modelId="{43D2406E-089E-4D06-8882-018E9E120252}" srcId="{9D0CE2A9-F734-448D-B1DE-8BF446A4D1E9}" destId="{BE1A4FFE-9BBE-42F4-89AD-A7C043A6BA39}" srcOrd="1" destOrd="0" parTransId="{D40B9D46-96CC-4107-B940-DDEC2DA8245E}" sibTransId="{CB39C009-292E-4134-8F06-078F439DBD8E}"/>
    <dgm:cxn modelId="{B25CC352-6B3E-4663-86D8-84A7768766FE}" type="presOf" srcId="{55B40DD7-6F11-43F5-9931-756D67C93067}" destId="{DA0100F3-9738-4EF6-94ED-3A28EC580BC4}" srcOrd="0" destOrd="0" presId="urn:diagrams.loki3.com/BracketList"/>
    <dgm:cxn modelId="{5F962175-5377-4ABF-A099-48C92BD568D0}" type="presOf" srcId="{9D0CE2A9-F734-448D-B1DE-8BF446A4D1E9}" destId="{34359472-6531-4D8E-9EC6-EDB5CA8326E8}" srcOrd="0" destOrd="0" presId="urn:diagrams.loki3.com/BracketList"/>
    <dgm:cxn modelId="{325E9557-8DF1-4946-A515-24208B042E8D}" type="presOf" srcId="{92DD3BA8-CBC7-46E8-AB23-F239E49118A4}" destId="{DA0100F3-9738-4EF6-94ED-3A28EC580BC4}" srcOrd="0" destOrd="3" presId="urn:diagrams.loki3.com/BracketList"/>
    <dgm:cxn modelId="{4354AF7A-23B3-4BB7-99C9-FB11E072937A}" srcId="{9D0CE2A9-F734-448D-B1DE-8BF446A4D1E9}" destId="{6D829FF7-59FF-42B7-8C4C-4E3B88A5A5C5}" srcOrd="4" destOrd="0" parTransId="{2B60462D-B93D-4318-8073-26106D98E208}" sibTransId="{483EAFD0-31A4-4B76-832B-833F40045F3D}"/>
    <dgm:cxn modelId="{60FA8683-4ACC-4394-95D7-F28C111E066F}" type="presOf" srcId="{08513D52-3C1A-421C-A13E-AD9CBF35ED96}" destId="{2726789F-B8EB-41D1-9207-6651B4C22445}" srcOrd="0" destOrd="0" presId="urn:diagrams.loki3.com/BracketList"/>
    <dgm:cxn modelId="{A5B62E94-710F-4486-9261-840175990312}" type="presOf" srcId="{BE1A4FFE-9BBE-42F4-89AD-A7C043A6BA39}" destId="{DA0100F3-9738-4EF6-94ED-3A28EC580BC4}" srcOrd="0" destOrd="1" presId="urn:diagrams.loki3.com/BracketList"/>
    <dgm:cxn modelId="{89061898-0A6E-4D36-8DE8-9376E173CD9F}" type="presOf" srcId="{18341EBB-F68C-4D7D-BB0E-2F38C05F544A}" destId="{DE6913B0-C920-4170-BB84-7ED96A6B5CC1}" srcOrd="0" destOrd="1" presId="urn:diagrams.loki3.com/BracketList"/>
    <dgm:cxn modelId="{D591C898-FBE3-4856-A9AE-8809C2AE7B60}" srcId="{9D0CE2A9-F734-448D-B1DE-8BF446A4D1E9}" destId="{99585D65-FF39-4C43-9CF4-8DCF33A53D66}" srcOrd="2" destOrd="0" parTransId="{CC1F8873-7985-4A6D-9C89-282E6A19A15F}" sibTransId="{8F2E699D-B6F1-4530-B5C9-A341F030D50F}"/>
    <dgm:cxn modelId="{D201C9AD-4ABA-438A-B978-EC4F8AB68873}" srcId="{9D0CE2A9-F734-448D-B1DE-8BF446A4D1E9}" destId="{92DD3BA8-CBC7-46E8-AB23-F239E49118A4}" srcOrd="3" destOrd="0" parTransId="{67190234-9B45-4C43-98B0-629D5F2479E0}" sibTransId="{496CE1DA-103B-426D-AF16-3915DA0CC11D}"/>
    <dgm:cxn modelId="{3420D7D2-0732-4813-8586-2D0CD4FB443D}" srcId="{3A0417EE-B27E-40C1-BC26-0EC392CF1936}" destId="{18341EBB-F68C-4D7D-BB0E-2F38C05F544A}" srcOrd="1" destOrd="0" parTransId="{AE8BFF61-E5DF-4C1A-A704-8FD38FDD0773}" sibTransId="{7688AB23-DBED-407B-95E3-2A436198F7FA}"/>
    <dgm:cxn modelId="{899766DA-E0D6-44E4-9182-10160CEAC822}" type="presOf" srcId="{18D96BC4-DBD6-49E0-A7F1-D67667B350B6}" destId="{DE6913B0-C920-4170-BB84-7ED96A6B5CC1}" srcOrd="0" destOrd="2" presId="urn:diagrams.loki3.com/BracketList"/>
    <dgm:cxn modelId="{1CDBECDD-7CD3-498D-A636-B4B3C664F175}" srcId="{08513D52-3C1A-421C-A13E-AD9CBF35ED96}" destId="{9D0CE2A9-F734-448D-B1DE-8BF446A4D1E9}" srcOrd="0" destOrd="0" parTransId="{2903EE21-9B98-4295-BAC4-8A76C1AB2D40}" sibTransId="{29062099-537A-40A2-9CB2-48049FE8DAA2}"/>
    <dgm:cxn modelId="{757286F6-C34C-49AF-9E1C-B7E4E142CE12}" srcId="{3A0417EE-B27E-40C1-BC26-0EC392CF1936}" destId="{ED5C1017-E3CC-49D8-9B4A-71F53824E326}" srcOrd="0" destOrd="0" parTransId="{72920A4B-F795-40EB-A440-70E7D7CEAE57}" sibTransId="{E52E2AE3-AD30-4542-B3B5-BA36EA8AD6FA}"/>
    <dgm:cxn modelId="{062DE9FD-8259-4DD2-9E8D-BDB2E9C296D8}" type="presOf" srcId="{99585D65-FF39-4C43-9CF4-8DCF33A53D66}" destId="{DA0100F3-9738-4EF6-94ED-3A28EC580BC4}" srcOrd="0" destOrd="2" presId="urn:diagrams.loki3.com/BracketList"/>
    <dgm:cxn modelId="{9E9BB7AE-F87B-479E-AF29-00269724C7B7}" type="presParOf" srcId="{2726789F-B8EB-41D1-9207-6651B4C22445}" destId="{5B44CFCB-E54E-48B6-8C17-BC93BCA1C9ED}" srcOrd="0" destOrd="0" presId="urn:diagrams.loki3.com/BracketList"/>
    <dgm:cxn modelId="{53A1A44F-C914-4D45-8A6B-768129EC5CA7}" type="presParOf" srcId="{5B44CFCB-E54E-48B6-8C17-BC93BCA1C9ED}" destId="{34359472-6531-4D8E-9EC6-EDB5CA8326E8}" srcOrd="0" destOrd="0" presId="urn:diagrams.loki3.com/BracketList"/>
    <dgm:cxn modelId="{8B2ECD58-80C8-4199-88EE-7F8530E69764}" type="presParOf" srcId="{5B44CFCB-E54E-48B6-8C17-BC93BCA1C9ED}" destId="{0A9B40FE-5518-4AA0-9D14-4BE2D80533D5}" srcOrd="1" destOrd="0" presId="urn:diagrams.loki3.com/BracketList"/>
    <dgm:cxn modelId="{57A1A064-5481-4CD3-90ED-B47A69816E15}" type="presParOf" srcId="{5B44CFCB-E54E-48B6-8C17-BC93BCA1C9ED}" destId="{AE4208A1-11C3-4EB8-B2BD-A02899B7EA23}" srcOrd="2" destOrd="0" presId="urn:diagrams.loki3.com/BracketList"/>
    <dgm:cxn modelId="{CE8CF0F8-24EC-4B25-A9FB-43BD3A43522C}" type="presParOf" srcId="{5B44CFCB-E54E-48B6-8C17-BC93BCA1C9ED}" destId="{DA0100F3-9738-4EF6-94ED-3A28EC580BC4}" srcOrd="3" destOrd="0" presId="urn:diagrams.loki3.com/BracketList"/>
    <dgm:cxn modelId="{EB35171E-D954-4E89-9194-EB4041017DB8}" type="presParOf" srcId="{2726789F-B8EB-41D1-9207-6651B4C22445}" destId="{48EC1C8D-27CE-425C-B9CB-BB8E7F8E98EE}" srcOrd="1" destOrd="0" presId="urn:diagrams.loki3.com/BracketList"/>
    <dgm:cxn modelId="{B47DC6E0-AF02-47F5-96AE-10F497050C2D}" type="presParOf" srcId="{2726789F-B8EB-41D1-9207-6651B4C22445}" destId="{21AD98E5-98FB-4B06-BE03-985E37E26865}" srcOrd="2" destOrd="0" presId="urn:diagrams.loki3.com/BracketList"/>
    <dgm:cxn modelId="{C4CC0E15-7526-4642-A710-1C92FA731C4B}" type="presParOf" srcId="{21AD98E5-98FB-4B06-BE03-985E37E26865}" destId="{50E65DD7-363F-4CB1-A000-9AD6B1CDB0C1}" srcOrd="0" destOrd="0" presId="urn:diagrams.loki3.com/BracketList"/>
    <dgm:cxn modelId="{BCF5CFB3-770C-4F8A-8B36-843A5CA0D482}" type="presParOf" srcId="{21AD98E5-98FB-4B06-BE03-985E37E26865}" destId="{B7605B2D-9DAE-4490-9170-ACEF380C39E7}" srcOrd="1" destOrd="0" presId="urn:diagrams.loki3.com/BracketList"/>
    <dgm:cxn modelId="{9F1515A7-8322-45D2-B921-FA266D964708}" type="presParOf" srcId="{21AD98E5-98FB-4B06-BE03-985E37E26865}" destId="{7D809FD1-1316-4064-8FF9-5DBF2E49F37E}" srcOrd="2" destOrd="0" presId="urn:diagrams.loki3.com/BracketList"/>
    <dgm:cxn modelId="{8F970685-ED53-454C-87F8-6A8B84F296B0}" type="presParOf" srcId="{21AD98E5-98FB-4B06-BE03-985E37E26865}" destId="{DE6913B0-C920-4170-BB84-7ED96A6B5CC1}"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47AEDF9-5F4B-4F8A-A875-1CD313372C79}" type="doc">
      <dgm:prSet loTypeId="urn:microsoft.com/office/officeart/2005/8/layout/chevron2" loCatId="process" qsTypeId="urn:microsoft.com/office/officeart/2005/8/quickstyle/simple2" qsCatId="simple" csTypeId="urn:microsoft.com/office/officeart/2005/8/colors/accent1_2" csCatId="accent1" phldr="1"/>
      <dgm:spPr/>
      <dgm:t>
        <a:bodyPr/>
        <a:lstStyle/>
        <a:p>
          <a:endParaRPr lang="en-US"/>
        </a:p>
      </dgm:t>
    </dgm:pt>
    <dgm:pt modelId="{DAD7CBC3-7E45-4F95-B6AF-957DC7F47FFF}">
      <dgm:prSet/>
      <dgm:spPr/>
      <dgm:t>
        <a:bodyPr/>
        <a:lstStyle/>
        <a:p>
          <a:pPr algn="ctr"/>
          <a:r>
            <a:rPr lang="en-US" b="1"/>
            <a:t>Reflection on Development Phase</a:t>
          </a:r>
          <a:endParaRPr lang="en-US"/>
        </a:p>
      </dgm:t>
    </dgm:pt>
    <dgm:pt modelId="{75E59A79-E90A-444C-B3CC-53911D9EE5FC}" type="parTrans" cxnId="{C3C982CE-1A0F-44F0-901B-91A0CC6FF83B}">
      <dgm:prSet/>
      <dgm:spPr/>
      <dgm:t>
        <a:bodyPr/>
        <a:lstStyle/>
        <a:p>
          <a:pPr algn="ctr"/>
          <a:endParaRPr lang="en-US"/>
        </a:p>
      </dgm:t>
    </dgm:pt>
    <dgm:pt modelId="{50E27BD0-5631-421A-9B08-CFCD440AD6A6}" type="sibTrans" cxnId="{C3C982CE-1A0F-44F0-901B-91A0CC6FF83B}">
      <dgm:prSet/>
      <dgm:spPr/>
      <dgm:t>
        <a:bodyPr/>
        <a:lstStyle/>
        <a:p>
          <a:pPr algn="ctr"/>
          <a:endParaRPr lang="en-US"/>
        </a:p>
      </dgm:t>
    </dgm:pt>
    <dgm:pt modelId="{ED693329-B769-4998-A614-5EA2DC9A66B5}">
      <dgm:prSet/>
      <dgm:spPr/>
      <dgm:t>
        <a:bodyPr/>
        <a:lstStyle/>
        <a:p>
          <a:pPr algn="ctr"/>
          <a:r>
            <a:rPr lang="en-US"/>
            <a:t>Project goals achieved successfully</a:t>
          </a:r>
        </a:p>
      </dgm:t>
    </dgm:pt>
    <dgm:pt modelId="{E0269C63-7607-429A-8776-DC29604189E0}" type="parTrans" cxnId="{5933C2AA-32BD-420B-8E48-379712D43617}">
      <dgm:prSet/>
      <dgm:spPr/>
      <dgm:t>
        <a:bodyPr/>
        <a:lstStyle/>
        <a:p>
          <a:pPr algn="ctr"/>
          <a:endParaRPr lang="en-US"/>
        </a:p>
      </dgm:t>
    </dgm:pt>
    <dgm:pt modelId="{FEE1B3BE-E16D-49EB-8832-0DFFA173A6F0}" type="sibTrans" cxnId="{5933C2AA-32BD-420B-8E48-379712D43617}">
      <dgm:prSet/>
      <dgm:spPr/>
      <dgm:t>
        <a:bodyPr/>
        <a:lstStyle/>
        <a:p>
          <a:pPr algn="ctr"/>
          <a:endParaRPr lang="en-US"/>
        </a:p>
      </dgm:t>
    </dgm:pt>
    <dgm:pt modelId="{B86B1CFC-3DE8-46F0-A57D-88C4FE290EB6}">
      <dgm:prSet/>
      <dgm:spPr/>
      <dgm:t>
        <a:bodyPr/>
        <a:lstStyle/>
        <a:p>
          <a:pPr algn="ctr"/>
          <a:r>
            <a:rPr lang="en-US"/>
            <a:t>Core features implemented and tested</a:t>
          </a:r>
        </a:p>
      </dgm:t>
    </dgm:pt>
    <dgm:pt modelId="{A9B3B769-2A2F-433F-A8A5-774DF9FB3379}" type="parTrans" cxnId="{24BC4FF2-6E5D-4AA6-9F04-16F49CD55EF8}">
      <dgm:prSet/>
      <dgm:spPr/>
      <dgm:t>
        <a:bodyPr/>
        <a:lstStyle/>
        <a:p>
          <a:pPr algn="ctr"/>
          <a:endParaRPr lang="en-US"/>
        </a:p>
      </dgm:t>
    </dgm:pt>
    <dgm:pt modelId="{B5D0D102-1167-4D20-8C71-E5546EDAA58F}" type="sibTrans" cxnId="{24BC4FF2-6E5D-4AA6-9F04-16F49CD55EF8}">
      <dgm:prSet/>
      <dgm:spPr/>
      <dgm:t>
        <a:bodyPr/>
        <a:lstStyle/>
        <a:p>
          <a:pPr algn="ctr"/>
          <a:endParaRPr lang="en-US"/>
        </a:p>
      </dgm:t>
    </dgm:pt>
    <dgm:pt modelId="{96E7A898-FDFE-4A27-8580-9E0C43A7D875}">
      <dgm:prSet/>
      <dgm:spPr/>
      <dgm:t>
        <a:bodyPr/>
        <a:lstStyle/>
        <a:p>
          <a:pPr algn="ctr"/>
          <a:r>
            <a:rPr lang="en-US"/>
            <a:t>REST architecture working reliably</a:t>
          </a:r>
        </a:p>
      </dgm:t>
    </dgm:pt>
    <dgm:pt modelId="{0C60F6F8-1C9F-4EFE-90C8-213F8F00DEA8}" type="parTrans" cxnId="{C9F3F563-8753-4660-A643-AD5B7B96C27F}">
      <dgm:prSet/>
      <dgm:spPr/>
      <dgm:t>
        <a:bodyPr/>
        <a:lstStyle/>
        <a:p>
          <a:pPr algn="ctr"/>
          <a:endParaRPr lang="en-US"/>
        </a:p>
      </dgm:t>
    </dgm:pt>
    <dgm:pt modelId="{0A3C2800-9A77-4E18-8CDA-156C94F21133}" type="sibTrans" cxnId="{C9F3F563-8753-4660-A643-AD5B7B96C27F}">
      <dgm:prSet/>
      <dgm:spPr/>
      <dgm:t>
        <a:bodyPr/>
        <a:lstStyle/>
        <a:p>
          <a:pPr algn="ctr"/>
          <a:endParaRPr lang="en-US"/>
        </a:p>
      </dgm:t>
    </dgm:pt>
    <dgm:pt modelId="{5A13871C-470F-4947-BC26-5AD460967ACE}">
      <dgm:prSet/>
      <dgm:spPr/>
      <dgm:t>
        <a:bodyPr/>
        <a:lstStyle/>
        <a:p>
          <a:pPr algn="ctr"/>
          <a:r>
            <a:rPr lang="en-US"/>
            <a:t>UI responsive and interactive</a:t>
          </a:r>
        </a:p>
      </dgm:t>
    </dgm:pt>
    <dgm:pt modelId="{E8263A1F-8B2A-4293-8BF5-99652D30EABD}" type="parTrans" cxnId="{82C2F665-AFDA-4164-8D22-1D4E09EF1292}">
      <dgm:prSet/>
      <dgm:spPr/>
      <dgm:t>
        <a:bodyPr/>
        <a:lstStyle/>
        <a:p>
          <a:pPr algn="ctr"/>
          <a:endParaRPr lang="en-US"/>
        </a:p>
      </dgm:t>
    </dgm:pt>
    <dgm:pt modelId="{AE0BBA7E-082C-47D9-98B9-C7CB53CDF279}" type="sibTrans" cxnId="{82C2F665-AFDA-4164-8D22-1D4E09EF1292}">
      <dgm:prSet/>
      <dgm:spPr/>
      <dgm:t>
        <a:bodyPr/>
        <a:lstStyle/>
        <a:p>
          <a:pPr algn="ctr"/>
          <a:endParaRPr lang="en-US"/>
        </a:p>
      </dgm:t>
    </dgm:pt>
    <dgm:pt modelId="{4A1A4E4C-6153-48C2-85AE-3C7F5C7F3C14}">
      <dgm:prSet/>
      <dgm:spPr/>
      <dgm:t>
        <a:bodyPr/>
        <a:lstStyle/>
        <a:p>
          <a:pPr algn="ctr"/>
          <a:r>
            <a:rPr lang="en-US" b="1"/>
            <a:t>Improvement Opportunities</a:t>
          </a:r>
          <a:endParaRPr lang="en-US"/>
        </a:p>
      </dgm:t>
    </dgm:pt>
    <dgm:pt modelId="{AF6FC8D3-1ABE-4E45-9EC6-E729D09DC392}" type="parTrans" cxnId="{545679D4-DE59-41AC-9C4B-83E4BB15B40D}">
      <dgm:prSet/>
      <dgm:spPr/>
      <dgm:t>
        <a:bodyPr/>
        <a:lstStyle/>
        <a:p>
          <a:pPr algn="ctr"/>
          <a:endParaRPr lang="en-US"/>
        </a:p>
      </dgm:t>
    </dgm:pt>
    <dgm:pt modelId="{38791DEA-0A06-421D-8197-3D03C4A0C1DA}" type="sibTrans" cxnId="{545679D4-DE59-41AC-9C4B-83E4BB15B40D}">
      <dgm:prSet/>
      <dgm:spPr/>
      <dgm:t>
        <a:bodyPr/>
        <a:lstStyle/>
        <a:p>
          <a:pPr algn="ctr"/>
          <a:endParaRPr lang="en-US"/>
        </a:p>
      </dgm:t>
    </dgm:pt>
    <dgm:pt modelId="{FF70FE1E-B5C8-407C-905E-2369FC33225D}">
      <dgm:prSet/>
      <dgm:spPr/>
      <dgm:t>
        <a:bodyPr/>
        <a:lstStyle/>
        <a:p>
          <a:pPr algn="ctr"/>
          <a:r>
            <a:rPr lang="en-US" dirty="0"/>
            <a:t>MongoDB database integration</a:t>
          </a:r>
        </a:p>
      </dgm:t>
    </dgm:pt>
    <dgm:pt modelId="{8EC1AA6A-1ACD-4A71-B1C4-044D5C359C01}" type="parTrans" cxnId="{F0D7F570-2282-431D-B15F-3A8DA343577F}">
      <dgm:prSet/>
      <dgm:spPr/>
      <dgm:t>
        <a:bodyPr/>
        <a:lstStyle/>
        <a:p>
          <a:pPr algn="ctr"/>
          <a:endParaRPr lang="en-US"/>
        </a:p>
      </dgm:t>
    </dgm:pt>
    <dgm:pt modelId="{82D7B882-E890-4EA5-8773-BB1524D86C10}" type="sibTrans" cxnId="{F0D7F570-2282-431D-B15F-3A8DA343577F}">
      <dgm:prSet/>
      <dgm:spPr/>
      <dgm:t>
        <a:bodyPr/>
        <a:lstStyle/>
        <a:p>
          <a:pPr algn="ctr"/>
          <a:endParaRPr lang="en-US"/>
        </a:p>
      </dgm:t>
    </dgm:pt>
    <dgm:pt modelId="{D0CCDFD3-DB6F-47B7-B245-5302C282C938}">
      <dgm:prSet/>
      <dgm:spPr/>
      <dgm:t>
        <a:bodyPr/>
        <a:lstStyle/>
        <a:p>
          <a:pPr algn="ctr"/>
          <a:r>
            <a:rPr lang="en-US" dirty="0"/>
            <a:t>Real-time chat with </a:t>
          </a:r>
          <a:r>
            <a:rPr lang="en-US" dirty="0" err="1"/>
            <a:t>WebSockets</a:t>
          </a:r>
          <a:r>
            <a:rPr lang="en-US" dirty="0"/>
            <a:t> (NANDAMURU, 2025)</a:t>
          </a:r>
        </a:p>
      </dgm:t>
    </dgm:pt>
    <dgm:pt modelId="{7FCBC7A0-7598-4B2F-BDFC-4A470C3B7A56}" type="parTrans" cxnId="{B038A29B-BABA-48CB-82A2-39C27A93B93A}">
      <dgm:prSet/>
      <dgm:spPr/>
      <dgm:t>
        <a:bodyPr/>
        <a:lstStyle/>
        <a:p>
          <a:pPr algn="ctr"/>
          <a:endParaRPr lang="en-US"/>
        </a:p>
      </dgm:t>
    </dgm:pt>
    <dgm:pt modelId="{503D8D02-60CF-428E-A99B-4AFD52416AF1}" type="sibTrans" cxnId="{B038A29B-BABA-48CB-82A2-39C27A93B93A}">
      <dgm:prSet/>
      <dgm:spPr/>
      <dgm:t>
        <a:bodyPr/>
        <a:lstStyle/>
        <a:p>
          <a:pPr algn="ctr"/>
          <a:endParaRPr lang="en-US"/>
        </a:p>
      </dgm:t>
    </dgm:pt>
    <dgm:pt modelId="{774AC32D-CFB3-4EB2-9771-C95C1E889715}">
      <dgm:prSet/>
      <dgm:spPr/>
      <dgm:t>
        <a:bodyPr/>
        <a:lstStyle/>
        <a:p>
          <a:pPr algn="ctr"/>
          <a:r>
            <a:rPr lang="en-US" dirty="0"/>
            <a:t>Authentication with JWT</a:t>
          </a:r>
        </a:p>
      </dgm:t>
    </dgm:pt>
    <dgm:pt modelId="{64EF497E-7CB9-46E4-BDF2-61BE49EF109C}" type="parTrans" cxnId="{CEE602DD-366C-43B2-8D90-E74E2C148905}">
      <dgm:prSet/>
      <dgm:spPr/>
      <dgm:t>
        <a:bodyPr/>
        <a:lstStyle/>
        <a:p>
          <a:pPr algn="ctr"/>
          <a:endParaRPr lang="en-US"/>
        </a:p>
      </dgm:t>
    </dgm:pt>
    <dgm:pt modelId="{7509935C-337C-4B55-9337-0B2E7D15A71F}" type="sibTrans" cxnId="{CEE602DD-366C-43B2-8D90-E74E2C148905}">
      <dgm:prSet/>
      <dgm:spPr/>
      <dgm:t>
        <a:bodyPr/>
        <a:lstStyle/>
        <a:p>
          <a:pPr algn="ctr"/>
          <a:endParaRPr lang="en-US"/>
        </a:p>
      </dgm:t>
    </dgm:pt>
    <dgm:pt modelId="{9B966F8F-80B2-4410-9F60-9083538406F3}">
      <dgm:prSet/>
      <dgm:spPr/>
      <dgm:t>
        <a:bodyPr/>
        <a:lstStyle/>
        <a:p>
          <a:pPr algn="ctr"/>
          <a:r>
            <a:rPr lang="en-US"/>
            <a:t>Image upload for group cards</a:t>
          </a:r>
        </a:p>
      </dgm:t>
    </dgm:pt>
    <dgm:pt modelId="{8C4D64DE-1EA1-441D-B876-A8348AB9DE40}" type="parTrans" cxnId="{D018634F-4E8F-42CA-A84E-7D7B6D5D98FA}">
      <dgm:prSet/>
      <dgm:spPr/>
      <dgm:t>
        <a:bodyPr/>
        <a:lstStyle/>
        <a:p>
          <a:pPr algn="ctr"/>
          <a:endParaRPr lang="en-US"/>
        </a:p>
      </dgm:t>
    </dgm:pt>
    <dgm:pt modelId="{AEB65952-E9F1-48A2-9599-393B90D5BFF1}" type="sibTrans" cxnId="{D018634F-4E8F-42CA-A84E-7D7B6D5D98FA}">
      <dgm:prSet/>
      <dgm:spPr/>
      <dgm:t>
        <a:bodyPr/>
        <a:lstStyle/>
        <a:p>
          <a:pPr algn="ctr"/>
          <a:endParaRPr lang="en-US"/>
        </a:p>
      </dgm:t>
    </dgm:pt>
    <dgm:pt modelId="{3F5F704B-91CA-4E87-9C0B-AB15FA2F80D5}">
      <dgm:prSet/>
      <dgm:spPr/>
      <dgm:t>
        <a:bodyPr/>
        <a:lstStyle/>
        <a:p>
          <a:pPr algn="ctr"/>
          <a:r>
            <a:rPr lang="en-US"/>
            <a:t>Deployment to cloud server</a:t>
          </a:r>
        </a:p>
      </dgm:t>
    </dgm:pt>
    <dgm:pt modelId="{569F1608-8BF1-4242-A425-3F4DD2DC56EB}" type="parTrans" cxnId="{AF3EA3FA-4163-4A7E-B4D2-E6DDFF091EFE}">
      <dgm:prSet/>
      <dgm:spPr/>
      <dgm:t>
        <a:bodyPr/>
        <a:lstStyle/>
        <a:p>
          <a:pPr algn="ctr"/>
          <a:endParaRPr lang="en-US"/>
        </a:p>
      </dgm:t>
    </dgm:pt>
    <dgm:pt modelId="{A50E9388-BA25-4E1F-B8EC-CEC28B3D2211}" type="sibTrans" cxnId="{AF3EA3FA-4163-4A7E-B4D2-E6DDFF091EFE}">
      <dgm:prSet/>
      <dgm:spPr/>
      <dgm:t>
        <a:bodyPr/>
        <a:lstStyle/>
        <a:p>
          <a:pPr algn="ctr"/>
          <a:endParaRPr lang="en-US"/>
        </a:p>
      </dgm:t>
    </dgm:pt>
    <dgm:pt modelId="{358028DC-90F3-4979-A7EA-AA50D1E20C7E}" type="pres">
      <dgm:prSet presAssocID="{347AEDF9-5F4B-4F8A-A875-1CD313372C79}" presName="linearFlow" presStyleCnt="0">
        <dgm:presLayoutVars>
          <dgm:dir/>
          <dgm:animLvl val="lvl"/>
          <dgm:resizeHandles val="exact"/>
        </dgm:presLayoutVars>
      </dgm:prSet>
      <dgm:spPr/>
    </dgm:pt>
    <dgm:pt modelId="{7C55ACA3-170F-43AA-9216-3B7B3491904F}" type="pres">
      <dgm:prSet presAssocID="{DAD7CBC3-7E45-4F95-B6AF-957DC7F47FFF}" presName="composite" presStyleCnt="0"/>
      <dgm:spPr/>
    </dgm:pt>
    <dgm:pt modelId="{3319817B-43C1-456B-857A-DDF4E67709CD}" type="pres">
      <dgm:prSet presAssocID="{DAD7CBC3-7E45-4F95-B6AF-957DC7F47FFF}" presName="parentText" presStyleLbl="alignNode1" presStyleIdx="0" presStyleCnt="2">
        <dgm:presLayoutVars>
          <dgm:chMax val="1"/>
          <dgm:bulletEnabled val="1"/>
        </dgm:presLayoutVars>
      </dgm:prSet>
      <dgm:spPr/>
    </dgm:pt>
    <dgm:pt modelId="{771FC6A7-C9E4-4084-9782-643BFFF6B977}" type="pres">
      <dgm:prSet presAssocID="{DAD7CBC3-7E45-4F95-B6AF-957DC7F47FFF}" presName="descendantText" presStyleLbl="alignAcc1" presStyleIdx="0" presStyleCnt="2">
        <dgm:presLayoutVars>
          <dgm:bulletEnabled val="1"/>
        </dgm:presLayoutVars>
      </dgm:prSet>
      <dgm:spPr/>
    </dgm:pt>
    <dgm:pt modelId="{64594A59-C020-48AA-9E0E-4593ED809D05}" type="pres">
      <dgm:prSet presAssocID="{50E27BD0-5631-421A-9B08-CFCD440AD6A6}" presName="sp" presStyleCnt="0"/>
      <dgm:spPr/>
    </dgm:pt>
    <dgm:pt modelId="{8E1315A8-C739-4B31-902B-6A7109525BAE}" type="pres">
      <dgm:prSet presAssocID="{4A1A4E4C-6153-48C2-85AE-3C7F5C7F3C14}" presName="composite" presStyleCnt="0"/>
      <dgm:spPr/>
    </dgm:pt>
    <dgm:pt modelId="{547EF0B3-7E9C-49CB-B829-84891E531ED7}" type="pres">
      <dgm:prSet presAssocID="{4A1A4E4C-6153-48C2-85AE-3C7F5C7F3C14}" presName="parentText" presStyleLbl="alignNode1" presStyleIdx="1" presStyleCnt="2">
        <dgm:presLayoutVars>
          <dgm:chMax val="1"/>
          <dgm:bulletEnabled val="1"/>
        </dgm:presLayoutVars>
      </dgm:prSet>
      <dgm:spPr/>
    </dgm:pt>
    <dgm:pt modelId="{E627E244-B264-4E93-868F-FF8363F67494}" type="pres">
      <dgm:prSet presAssocID="{4A1A4E4C-6153-48C2-85AE-3C7F5C7F3C14}" presName="descendantText" presStyleLbl="alignAcc1" presStyleIdx="1" presStyleCnt="2">
        <dgm:presLayoutVars>
          <dgm:bulletEnabled val="1"/>
        </dgm:presLayoutVars>
      </dgm:prSet>
      <dgm:spPr/>
    </dgm:pt>
  </dgm:ptLst>
  <dgm:cxnLst>
    <dgm:cxn modelId="{84C5FD35-F887-4598-A986-010343BE9E2E}" type="presOf" srcId="{FF70FE1E-B5C8-407C-905E-2369FC33225D}" destId="{E627E244-B264-4E93-868F-FF8363F67494}" srcOrd="0" destOrd="0" presId="urn:microsoft.com/office/officeart/2005/8/layout/chevron2"/>
    <dgm:cxn modelId="{4F9F3E3B-9AC7-42C6-B2F1-E198F4688C9B}" type="presOf" srcId="{D0CCDFD3-DB6F-47B7-B245-5302C282C938}" destId="{E627E244-B264-4E93-868F-FF8363F67494}" srcOrd="0" destOrd="1" presId="urn:microsoft.com/office/officeart/2005/8/layout/chevron2"/>
    <dgm:cxn modelId="{17A1155F-88FF-4676-ABCA-AE688F8EE4AD}" type="presOf" srcId="{3F5F704B-91CA-4E87-9C0B-AB15FA2F80D5}" destId="{E627E244-B264-4E93-868F-FF8363F67494}" srcOrd="0" destOrd="4" presId="urn:microsoft.com/office/officeart/2005/8/layout/chevron2"/>
    <dgm:cxn modelId="{D6FC3461-9BDB-4B3D-9380-9D4573974D92}" type="presOf" srcId="{96E7A898-FDFE-4A27-8580-9E0C43A7D875}" destId="{771FC6A7-C9E4-4084-9782-643BFFF6B977}" srcOrd="0" destOrd="2" presId="urn:microsoft.com/office/officeart/2005/8/layout/chevron2"/>
    <dgm:cxn modelId="{C9F3F563-8753-4660-A643-AD5B7B96C27F}" srcId="{DAD7CBC3-7E45-4F95-B6AF-957DC7F47FFF}" destId="{96E7A898-FDFE-4A27-8580-9E0C43A7D875}" srcOrd="2" destOrd="0" parTransId="{0C60F6F8-1C9F-4EFE-90C8-213F8F00DEA8}" sibTransId="{0A3C2800-9A77-4E18-8CDA-156C94F21133}"/>
    <dgm:cxn modelId="{12E92F64-4B3E-47D7-8776-5F7CA1DA119C}" type="presOf" srcId="{347AEDF9-5F4B-4F8A-A875-1CD313372C79}" destId="{358028DC-90F3-4979-A7EA-AA50D1E20C7E}" srcOrd="0" destOrd="0" presId="urn:microsoft.com/office/officeart/2005/8/layout/chevron2"/>
    <dgm:cxn modelId="{82C2F665-AFDA-4164-8D22-1D4E09EF1292}" srcId="{DAD7CBC3-7E45-4F95-B6AF-957DC7F47FFF}" destId="{5A13871C-470F-4947-BC26-5AD460967ACE}" srcOrd="3" destOrd="0" parTransId="{E8263A1F-8B2A-4293-8BF5-99652D30EABD}" sibTransId="{AE0BBA7E-082C-47D9-98B9-C7CB53CDF279}"/>
    <dgm:cxn modelId="{8E86C34A-C8EF-43A3-9329-A3359E8AD636}" type="presOf" srcId="{5A13871C-470F-4947-BC26-5AD460967ACE}" destId="{771FC6A7-C9E4-4084-9782-643BFFF6B977}" srcOrd="0" destOrd="3" presId="urn:microsoft.com/office/officeart/2005/8/layout/chevron2"/>
    <dgm:cxn modelId="{07E35C6B-6FDA-4D23-8546-37390D402F4D}" type="presOf" srcId="{774AC32D-CFB3-4EB2-9771-C95C1E889715}" destId="{E627E244-B264-4E93-868F-FF8363F67494}" srcOrd="0" destOrd="2" presId="urn:microsoft.com/office/officeart/2005/8/layout/chevron2"/>
    <dgm:cxn modelId="{D018634F-4E8F-42CA-A84E-7D7B6D5D98FA}" srcId="{4A1A4E4C-6153-48C2-85AE-3C7F5C7F3C14}" destId="{9B966F8F-80B2-4410-9F60-9083538406F3}" srcOrd="3" destOrd="0" parTransId="{8C4D64DE-1EA1-441D-B876-A8348AB9DE40}" sibTransId="{AEB65952-E9F1-48A2-9599-393B90D5BFF1}"/>
    <dgm:cxn modelId="{F0D7F570-2282-431D-B15F-3A8DA343577F}" srcId="{4A1A4E4C-6153-48C2-85AE-3C7F5C7F3C14}" destId="{FF70FE1E-B5C8-407C-905E-2369FC33225D}" srcOrd="0" destOrd="0" parTransId="{8EC1AA6A-1ACD-4A71-B1C4-044D5C359C01}" sibTransId="{82D7B882-E890-4EA5-8773-BB1524D86C10}"/>
    <dgm:cxn modelId="{BEFB935A-54AD-4228-88E2-4E0449F6F7BC}" type="presOf" srcId="{9B966F8F-80B2-4410-9F60-9083538406F3}" destId="{E627E244-B264-4E93-868F-FF8363F67494}" srcOrd="0" destOrd="3" presId="urn:microsoft.com/office/officeart/2005/8/layout/chevron2"/>
    <dgm:cxn modelId="{2DD5A29A-558F-4DC4-B8DE-CD188189DE6E}" type="presOf" srcId="{ED693329-B769-4998-A614-5EA2DC9A66B5}" destId="{771FC6A7-C9E4-4084-9782-643BFFF6B977}" srcOrd="0" destOrd="0" presId="urn:microsoft.com/office/officeart/2005/8/layout/chevron2"/>
    <dgm:cxn modelId="{B038A29B-BABA-48CB-82A2-39C27A93B93A}" srcId="{4A1A4E4C-6153-48C2-85AE-3C7F5C7F3C14}" destId="{D0CCDFD3-DB6F-47B7-B245-5302C282C938}" srcOrd="1" destOrd="0" parTransId="{7FCBC7A0-7598-4B2F-BDFC-4A470C3B7A56}" sibTransId="{503D8D02-60CF-428E-A99B-4AFD52416AF1}"/>
    <dgm:cxn modelId="{5933C2AA-32BD-420B-8E48-379712D43617}" srcId="{DAD7CBC3-7E45-4F95-B6AF-957DC7F47FFF}" destId="{ED693329-B769-4998-A614-5EA2DC9A66B5}" srcOrd="0" destOrd="0" parTransId="{E0269C63-7607-429A-8776-DC29604189E0}" sibTransId="{FEE1B3BE-E16D-49EB-8832-0DFFA173A6F0}"/>
    <dgm:cxn modelId="{080862B4-309A-4001-804E-41AE387383F1}" type="presOf" srcId="{4A1A4E4C-6153-48C2-85AE-3C7F5C7F3C14}" destId="{547EF0B3-7E9C-49CB-B829-84891E531ED7}" srcOrd="0" destOrd="0" presId="urn:microsoft.com/office/officeart/2005/8/layout/chevron2"/>
    <dgm:cxn modelId="{DE76FEB8-1B64-4F45-A175-8C1C84AEC386}" type="presOf" srcId="{DAD7CBC3-7E45-4F95-B6AF-957DC7F47FFF}" destId="{3319817B-43C1-456B-857A-DDF4E67709CD}" srcOrd="0" destOrd="0" presId="urn:microsoft.com/office/officeart/2005/8/layout/chevron2"/>
    <dgm:cxn modelId="{BBC060B9-2A92-4800-9B2E-926A728D7612}" type="presOf" srcId="{B86B1CFC-3DE8-46F0-A57D-88C4FE290EB6}" destId="{771FC6A7-C9E4-4084-9782-643BFFF6B977}" srcOrd="0" destOrd="1" presId="urn:microsoft.com/office/officeart/2005/8/layout/chevron2"/>
    <dgm:cxn modelId="{C3C982CE-1A0F-44F0-901B-91A0CC6FF83B}" srcId="{347AEDF9-5F4B-4F8A-A875-1CD313372C79}" destId="{DAD7CBC3-7E45-4F95-B6AF-957DC7F47FFF}" srcOrd="0" destOrd="0" parTransId="{75E59A79-E90A-444C-B3CC-53911D9EE5FC}" sibTransId="{50E27BD0-5631-421A-9B08-CFCD440AD6A6}"/>
    <dgm:cxn modelId="{545679D4-DE59-41AC-9C4B-83E4BB15B40D}" srcId="{347AEDF9-5F4B-4F8A-A875-1CD313372C79}" destId="{4A1A4E4C-6153-48C2-85AE-3C7F5C7F3C14}" srcOrd="1" destOrd="0" parTransId="{AF6FC8D3-1ABE-4E45-9EC6-E729D09DC392}" sibTransId="{38791DEA-0A06-421D-8197-3D03C4A0C1DA}"/>
    <dgm:cxn modelId="{CEE602DD-366C-43B2-8D90-E74E2C148905}" srcId="{4A1A4E4C-6153-48C2-85AE-3C7F5C7F3C14}" destId="{774AC32D-CFB3-4EB2-9771-C95C1E889715}" srcOrd="2" destOrd="0" parTransId="{64EF497E-7CB9-46E4-BDF2-61BE49EF109C}" sibTransId="{7509935C-337C-4B55-9337-0B2E7D15A71F}"/>
    <dgm:cxn modelId="{24BC4FF2-6E5D-4AA6-9F04-16F49CD55EF8}" srcId="{DAD7CBC3-7E45-4F95-B6AF-957DC7F47FFF}" destId="{B86B1CFC-3DE8-46F0-A57D-88C4FE290EB6}" srcOrd="1" destOrd="0" parTransId="{A9B3B769-2A2F-433F-A8A5-774DF9FB3379}" sibTransId="{B5D0D102-1167-4D20-8C71-E5546EDAA58F}"/>
    <dgm:cxn modelId="{AF3EA3FA-4163-4A7E-B4D2-E6DDFF091EFE}" srcId="{4A1A4E4C-6153-48C2-85AE-3C7F5C7F3C14}" destId="{3F5F704B-91CA-4E87-9C0B-AB15FA2F80D5}" srcOrd="4" destOrd="0" parTransId="{569F1608-8BF1-4242-A425-3F4DD2DC56EB}" sibTransId="{A50E9388-BA25-4E1F-B8EC-CEC28B3D2211}"/>
    <dgm:cxn modelId="{59C00AD8-B33E-4705-8FAB-26727C65DEC1}" type="presParOf" srcId="{358028DC-90F3-4979-A7EA-AA50D1E20C7E}" destId="{7C55ACA3-170F-43AA-9216-3B7B3491904F}" srcOrd="0" destOrd="0" presId="urn:microsoft.com/office/officeart/2005/8/layout/chevron2"/>
    <dgm:cxn modelId="{6D2007C0-10F4-4702-A81E-63B86C4F79CF}" type="presParOf" srcId="{7C55ACA3-170F-43AA-9216-3B7B3491904F}" destId="{3319817B-43C1-456B-857A-DDF4E67709CD}" srcOrd="0" destOrd="0" presId="urn:microsoft.com/office/officeart/2005/8/layout/chevron2"/>
    <dgm:cxn modelId="{9B831781-AA98-4465-A68E-ADFFF8689908}" type="presParOf" srcId="{7C55ACA3-170F-43AA-9216-3B7B3491904F}" destId="{771FC6A7-C9E4-4084-9782-643BFFF6B977}" srcOrd="1" destOrd="0" presId="urn:microsoft.com/office/officeart/2005/8/layout/chevron2"/>
    <dgm:cxn modelId="{1817802E-FC45-4FEA-86FD-E2F758A9A078}" type="presParOf" srcId="{358028DC-90F3-4979-A7EA-AA50D1E20C7E}" destId="{64594A59-C020-48AA-9E0E-4593ED809D05}" srcOrd="1" destOrd="0" presId="urn:microsoft.com/office/officeart/2005/8/layout/chevron2"/>
    <dgm:cxn modelId="{32FA112A-94C3-43A7-902D-1FD60F42DE39}" type="presParOf" srcId="{358028DC-90F3-4979-A7EA-AA50D1E20C7E}" destId="{8E1315A8-C739-4B31-902B-6A7109525BAE}" srcOrd="2" destOrd="0" presId="urn:microsoft.com/office/officeart/2005/8/layout/chevron2"/>
    <dgm:cxn modelId="{5BFDE503-8DED-45ED-AB5A-A3BF2EBA3A2C}" type="presParOf" srcId="{8E1315A8-C739-4B31-902B-6A7109525BAE}" destId="{547EF0B3-7E9C-49CB-B829-84891E531ED7}" srcOrd="0" destOrd="0" presId="urn:microsoft.com/office/officeart/2005/8/layout/chevron2"/>
    <dgm:cxn modelId="{D74DE478-E3A1-42A8-8F57-2F2BD7158AFA}" type="presParOf" srcId="{8E1315A8-C739-4B31-902B-6A7109525BAE}" destId="{E627E244-B264-4E93-868F-FF8363F6749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B18555-B320-44AC-81E9-90A7EEE43D69}">
      <dsp:nvSpPr>
        <dsp:cNvPr id="0" name=""/>
        <dsp:cNvSpPr/>
      </dsp:nvSpPr>
      <dsp:spPr>
        <a:xfrm>
          <a:off x="0" y="820355"/>
          <a:ext cx="6500150"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t>Problem</a:t>
          </a:r>
          <a:endParaRPr lang="en-US" sz="3200" kern="1200" dirty="0"/>
        </a:p>
      </dsp:txBody>
      <dsp:txXfrm>
        <a:off x="59399" y="879754"/>
        <a:ext cx="6381352" cy="1098002"/>
      </dsp:txXfrm>
    </dsp:sp>
    <dsp:sp modelId="{ABD66423-3C6C-4225-947B-2B1C3EF27E91}">
      <dsp:nvSpPr>
        <dsp:cNvPr id="0" name=""/>
        <dsp:cNvSpPr/>
      </dsp:nvSpPr>
      <dsp:spPr>
        <a:xfrm>
          <a:off x="0" y="2037155"/>
          <a:ext cx="6500150"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380" tIns="22860" rIns="128016" bIns="22860" numCol="1" spcCol="1270" anchor="ctr" anchorCtr="0">
          <a:noAutofit/>
        </a:bodyPr>
        <a:lstStyle/>
        <a:p>
          <a:pPr marL="171450" lvl="1" indent="-171450" algn="l" defTabSz="800100">
            <a:lnSpc>
              <a:spcPct val="90000"/>
            </a:lnSpc>
            <a:spcBef>
              <a:spcPct val="0"/>
            </a:spcBef>
            <a:spcAft>
              <a:spcPct val="20000"/>
            </a:spcAft>
            <a:buChar char="•"/>
          </a:pPr>
          <a:r>
            <a:rPr lang="en-US" sz="1800" kern="1200" dirty="0"/>
            <a:t>Students struggle to:</a:t>
          </a:r>
        </a:p>
        <a:p>
          <a:pPr marL="342900" lvl="2" indent="-171450" algn="l" defTabSz="800100">
            <a:lnSpc>
              <a:spcPct val="90000"/>
            </a:lnSpc>
            <a:spcBef>
              <a:spcPct val="0"/>
            </a:spcBef>
            <a:spcAft>
              <a:spcPct val="20000"/>
            </a:spcAft>
            <a:buChar char="•"/>
          </a:pPr>
          <a:r>
            <a:rPr lang="en-US" sz="1800" kern="1200" dirty="0"/>
            <a:t>Find study partners in their courses (de Bie (2022)</a:t>
          </a:r>
        </a:p>
        <a:p>
          <a:pPr marL="342900" lvl="2" indent="-171450" algn="l" defTabSz="800100">
            <a:lnSpc>
              <a:spcPct val="90000"/>
            </a:lnSpc>
            <a:spcBef>
              <a:spcPct val="0"/>
            </a:spcBef>
            <a:spcAft>
              <a:spcPct val="20000"/>
            </a:spcAft>
            <a:buChar char="•"/>
          </a:pPr>
          <a:r>
            <a:rPr lang="en-US" sz="1800" kern="1200" dirty="0"/>
            <a:t>Organize collaborative learning</a:t>
          </a:r>
        </a:p>
        <a:p>
          <a:pPr marL="342900" lvl="2" indent="-171450" algn="l" defTabSz="800100">
            <a:lnSpc>
              <a:spcPct val="90000"/>
            </a:lnSpc>
            <a:spcBef>
              <a:spcPct val="0"/>
            </a:spcBef>
            <a:spcAft>
              <a:spcPct val="20000"/>
            </a:spcAft>
            <a:buChar char="•"/>
          </a:pPr>
          <a:r>
            <a:rPr lang="en-US" sz="1800" kern="1200" dirty="0"/>
            <a:t>Track academic study groups</a:t>
          </a:r>
        </a:p>
      </dsp:txBody>
      <dsp:txXfrm>
        <a:off x="0" y="2037155"/>
        <a:ext cx="6500150" cy="11773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C46201-E694-4E75-9C81-D51C0EF48F26}">
      <dsp:nvSpPr>
        <dsp:cNvPr id="0" name=""/>
        <dsp:cNvSpPr/>
      </dsp:nvSpPr>
      <dsp:spPr>
        <a:xfrm>
          <a:off x="0" y="145803"/>
          <a:ext cx="5819172"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t>Goal</a:t>
          </a:r>
          <a:endParaRPr lang="en-US" sz="3200" kern="1200" dirty="0"/>
        </a:p>
      </dsp:txBody>
      <dsp:txXfrm>
        <a:off x="59399" y="205202"/>
        <a:ext cx="5700374" cy="1098002"/>
      </dsp:txXfrm>
    </dsp:sp>
    <dsp:sp modelId="{A9DFEA9F-BBD0-4858-B613-38B8DF5EC89B}">
      <dsp:nvSpPr>
        <dsp:cNvPr id="0" name=""/>
        <dsp:cNvSpPr/>
      </dsp:nvSpPr>
      <dsp:spPr>
        <a:xfrm>
          <a:off x="0" y="1362603"/>
          <a:ext cx="5819172"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759" tIns="22860" rIns="128016" bIns="22860" numCol="1" spcCol="1270" anchor="ctr" anchorCtr="0">
          <a:noAutofit/>
        </a:bodyPr>
        <a:lstStyle/>
        <a:p>
          <a:pPr marL="171450" lvl="1" indent="-171450" algn="l" defTabSz="800100">
            <a:lnSpc>
              <a:spcPct val="90000"/>
            </a:lnSpc>
            <a:spcBef>
              <a:spcPct val="0"/>
            </a:spcBef>
            <a:spcAft>
              <a:spcPct val="20000"/>
            </a:spcAft>
            <a:buChar char="•"/>
          </a:pPr>
          <a:r>
            <a:rPr lang="en-US" sz="1800" kern="1200" dirty="0"/>
            <a:t>Develop a web-based platform that:</a:t>
          </a:r>
        </a:p>
        <a:p>
          <a:pPr marL="342900" lvl="2" indent="-171450" algn="l" defTabSz="800100">
            <a:lnSpc>
              <a:spcPct val="90000"/>
            </a:lnSpc>
            <a:spcBef>
              <a:spcPct val="0"/>
            </a:spcBef>
            <a:spcAft>
              <a:spcPct val="20000"/>
            </a:spcAft>
            <a:buChar char="•"/>
          </a:pPr>
          <a:r>
            <a:rPr lang="en-US" sz="1800" kern="1200" dirty="0"/>
            <a:t>Allows students to register</a:t>
          </a:r>
        </a:p>
        <a:p>
          <a:pPr marL="342900" lvl="2" indent="-171450" algn="l" defTabSz="800100">
            <a:lnSpc>
              <a:spcPct val="90000"/>
            </a:lnSpc>
            <a:spcBef>
              <a:spcPct val="0"/>
            </a:spcBef>
            <a:spcAft>
              <a:spcPct val="20000"/>
            </a:spcAft>
            <a:buChar char="•"/>
          </a:pPr>
          <a:r>
            <a:rPr lang="en-US" sz="1800" kern="1200" dirty="0"/>
            <a:t>Track enrolled courses</a:t>
          </a:r>
        </a:p>
        <a:p>
          <a:pPr marL="342900" lvl="2" indent="-171450" algn="l" defTabSz="800100">
            <a:lnSpc>
              <a:spcPct val="90000"/>
            </a:lnSpc>
            <a:spcBef>
              <a:spcPct val="0"/>
            </a:spcBef>
            <a:spcAft>
              <a:spcPct val="20000"/>
            </a:spcAft>
            <a:buChar char="•"/>
          </a:pPr>
          <a:r>
            <a:rPr lang="en-US" sz="1800" kern="1200" dirty="0"/>
            <a:t>Discover and join study groups</a:t>
          </a:r>
        </a:p>
        <a:p>
          <a:pPr marL="342900" lvl="2" indent="-171450" algn="l" defTabSz="800100">
            <a:lnSpc>
              <a:spcPct val="90000"/>
            </a:lnSpc>
            <a:spcBef>
              <a:spcPct val="0"/>
            </a:spcBef>
            <a:spcAft>
              <a:spcPct val="20000"/>
            </a:spcAft>
            <a:buChar char="•"/>
          </a:pPr>
          <a:r>
            <a:rPr lang="en-US" sz="1800" kern="1200" dirty="0"/>
            <a:t>Communicate within groups</a:t>
          </a:r>
        </a:p>
      </dsp:txBody>
      <dsp:txXfrm>
        <a:off x="0" y="1362603"/>
        <a:ext cx="5819172" cy="1446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704B19-789E-4237-8757-B3FC8BF4C1C3}">
      <dsp:nvSpPr>
        <dsp:cNvPr id="0" name=""/>
        <dsp:cNvSpPr/>
      </dsp:nvSpPr>
      <dsp:spPr>
        <a:xfrm rot="5400000">
          <a:off x="3967751" y="-1309057"/>
          <a:ext cx="1432041" cy="4408256"/>
        </a:xfrm>
        <a:prstGeom prst="round2SameRect">
          <a:avLst/>
        </a:prstGeom>
        <a:solidFill>
          <a:schemeClr val="accent4">
            <a:alpha val="90000"/>
            <a:tint val="40000"/>
            <a:hueOff val="0"/>
            <a:satOff val="0"/>
            <a:lumOff val="0"/>
            <a:alphaOff val="0"/>
          </a:schemeClr>
        </a:solidFill>
        <a:ln w="1905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HTML (Structure)</a:t>
          </a:r>
        </a:p>
        <a:p>
          <a:pPr marL="114300" lvl="1" indent="-114300" algn="l" defTabSz="622300">
            <a:lnSpc>
              <a:spcPct val="90000"/>
            </a:lnSpc>
            <a:spcBef>
              <a:spcPct val="0"/>
            </a:spcBef>
            <a:spcAft>
              <a:spcPct val="15000"/>
            </a:spcAft>
            <a:buChar char="•"/>
          </a:pPr>
          <a:r>
            <a:rPr lang="en-US" sz="1400" kern="1200" dirty="0"/>
            <a:t>CSS (UI Styling)</a:t>
          </a:r>
        </a:p>
        <a:p>
          <a:pPr marL="114300" lvl="1" indent="-114300" algn="l" defTabSz="622300">
            <a:lnSpc>
              <a:spcPct val="90000"/>
            </a:lnSpc>
            <a:spcBef>
              <a:spcPct val="0"/>
            </a:spcBef>
            <a:spcAft>
              <a:spcPct val="15000"/>
            </a:spcAft>
            <a:buChar char="•"/>
          </a:pPr>
          <a:r>
            <a:rPr lang="en-US" sz="1400" kern="1200" dirty="0"/>
            <a:t>Vanilla JavaScript (State Management &amp; UI Rendering)</a:t>
          </a:r>
        </a:p>
      </dsp:txBody>
      <dsp:txXfrm rot="-5400000">
        <a:off x="2479644" y="248956"/>
        <a:ext cx="4338350" cy="1292229"/>
      </dsp:txXfrm>
    </dsp:sp>
    <dsp:sp modelId="{AF43B4EE-9328-43A8-929E-8FC5E6460215}">
      <dsp:nvSpPr>
        <dsp:cNvPr id="0" name=""/>
        <dsp:cNvSpPr/>
      </dsp:nvSpPr>
      <dsp:spPr>
        <a:xfrm>
          <a:off x="0" y="44"/>
          <a:ext cx="2479644" cy="1790052"/>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b="1" kern="1200" dirty="0"/>
            <a:t>Frontend</a:t>
          </a:r>
          <a:endParaRPr lang="en-US" sz="3200" kern="1200" dirty="0"/>
        </a:p>
      </dsp:txBody>
      <dsp:txXfrm>
        <a:off x="87383" y="87427"/>
        <a:ext cx="2304878" cy="1615286"/>
      </dsp:txXfrm>
    </dsp:sp>
    <dsp:sp modelId="{035995C0-7887-4AE7-BFEE-4701E6CAD1DB}">
      <dsp:nvSpPr>
        <dsp:cNvPr id="0" name=""/>
        <dsp:cNvSpPr/>
      </dsp:nvSpPr>
      <dsp:spPr>
        <a:xfrm rot="5400000">
          <a:off x="3967751" y="570497"/>
          <a:ext cx="1432041" cy="4408256"/>
        </a:xfrm>
        <a:prstGeom prst="round2SameRect">
          <a:avLst/>
        </a:prstGeom>
        <a:solidFill>
          <a:schemeClr val="accent4">
            <a:alpha val="90000"/>
            <a:tint val="40000"/>
            <a:hueOff val="0"/>
            <a:satOff val="0"/>
            <a:lumOff val="0"/>
            <a:alphaOff val="0"/>
          </a:schemeClr>
        </a:solidFill>
        <a:ln w="1905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Node.js</a:t>
          </a:r>
        </a:p>
        <a:p>
          <a:pPr marL="114300" lvl="1" indent="-114300" algn="l" defTabSz="622300">
            <a:lnSpc>
              <a:spcPct val="90000"/>
            </a:lnSpc>
            <a:spcBef>
              <a:spcPct val="0"/>
            </a:spcBef>
            <a:spcAft>
              <a:spcPct val="15000"/>
            </a:spcAft>
            <a:buChar char="•"/>
          </a:pPr>
          <a:r>
            <a:rPr lang="en-US" sz="1400" kern="1200" dirty="0"/>
            <a:t>Express Framework</a:t>
          </a:r>
        </a:p>
        <a:p>
          <a:pPr marL="114300" lvl="1" indent="-114300" algn="l" defTabSz="622300">
            <a:lnSpc>
              <a:spcPct val="90000"/>
            </a:lnSpc>
            <a:spcBef>
              <a:spcPct val="0"/>
            </a:spcBef>
            <a:spcAft>
              <a:spcPct val="15000"/>
            </a:spcAft>
            <a:buChar char="•"/>
          </a:pPr>
          <a:r>
            <a:rPr lang="en-US" sz="1400" kern="1200" dirty="0"/>
            <a:t>REST API Endpoints (</a:t>
          </a:r>
          <a:r>
            <a:rPr lang="en-US" sz="1400" kern="1200" dirty="0" err="1"/>
            <a:t>Herdiyatmoko</a:t>
          </a:r>
          <a:r>
            <a:rPr lang="en-US" sz="1400" kern="1200" dirty="0"/>
            <a:t>, 2022)</a:t>
          </a:r>
        </a:p>
        <a:p>
          <a:pPr marL="114300" lvl="1" indent="-114300" algn="l" defTabSz="622300">
            <a:lnSpc>
              <a:spcPct val="90000"/>
            </a:lnSpc>
            <a:spcBef>
              <a:spcPct val="0"/>
            </a:spcBef>
            <a:spcAft>
              <a:spcPct val="15000"/>
            </a:spcAft>
            <a:buChar char="•"/>
          </a:pPr>
          <a:r>
            <a:rPr lang="en-US" sz="1400" kern="1200" dirty="0"/>
            <a:t>In-memory database (users &amp; groups arrays)</a:t>
          </a:r>
        </a:p>
      </dsp:txBody>
      <dsp:txXfrm rot="-5400000">
        <a:off x="2479644" y="2128510"/>
        <a:ext cx="4338350" cy="1292229"/>
      </dsp:txXfrm>
    </dsp:sp>
    <dsp:sp modelId="{78F67D44-84DB-4B7D-AF31-0C4CD7043124}">
      <dsp:nvSpPr>
        <dsp:cNvPr id="0" name=""/>
        <dsp:cNvSpPr/>
      </dsp:nvSpPr>
      <dsp:spPr>
        <a:xfrm>
          <a:off x="0" y="1879599"/>
          <a:ext cx="2479644" cy="1790052"/>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b="1" kern="1200" dirty="0"/>
            <a:t>Backend</a:t>
          </a:r>
          <a:endParaRPr lang="en-US" sz="3200" kern="1200" dirty="0"/>
        </a:p>
      </dsp:txBody>
      <dsp:txXfrm>
        <a:off x="87383" y="1966982"/>
        <a:ext cx="2304878" cy="16152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B1320-3BF2-4387-BD48-52FE8E6D3A35}">
      <dsp:nvSpPr>
        <dsp:cNvPr id="0" name=""/>
        <dsp:cNvSpPr/>
      </dsp:nvSpPr>
      <dsp:spPr>
        <a:xfrm>
          <a:off x="0" y="3628"/>
          <a:ext cx="3436431" cy="1123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kern="1200" dirty="0"/>
            <a:t>UI Structure</a:t>
          </a:r>
          <a:endParaRPr lang="en-US" sz="2400" kern="1200" dirty="0"/>
        </a:p>
      </dsp:txBody>
      <dsp:txXfrm>
        <a:off x="0" y="3628"/>
        <a:ext cx="3436431" cy="1123200"/>
      </dsp:txXfrm>
    </dsp:sp>
    <dsp:sp modelId="{4B763201-864A-4254-85F8-F8875CB022DB}">
      <dsp:nvSpPr>
        <dsp:cNvPr id="0" name=""/>
        <dsp:cNvSpPr/>
      </dsp:nvSpPr>
      <dsp:spPr>
        <a:xfrm>
          <a:off x="0" y="1126828"/>
          <a:ext cx="3436431" cy="278343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ctr" anchorCtr="0">
          <a:noAutofit/>
        </a:bodyPr>
        <a:lstStyle/>
        <a:p>
          <a:pPr marL="171450" lvl="1" indent="-171450" algn="l" defTabSz="711200">
            <a:lnSpc>
              <a:spcPct val="150000"/>
            </a:lnSpc>
            <a:spcBef>
              <a:spcPct val="0"/>
            </a:spcBef>
            <a:spcAft>
              <a:spcPct val="15000"/>
            </a:spcAft>
            <a:buFont typeface="Wingdings" panose="05000000000000000000" pitchFamily="2" charset="2"/>
            <a:buChar char="§"/>
          </a:pPr>
          <a:r>
            <a:rPr lang="en-US" sz="1600" kern="1200"/>
            <a:t>Sidebar Navigation (Discover / My Groups / Chats)</a:t>
          </a:r>
        </a:p>
        <a:p>
          <a:pPr marL="171450" lvl="1" indent="-171450" algn="l" defTabSz="711200">
            <a:lnSpc>
              <a:spcPct val="150000"/>
            </a:lnSpc>
            <a:spcBef>
              <a:spcPct val="0"/>
            </a:spcBef>
            <a:spcAft>
              <a:spcPct val="15000"/>
            </a:spcAft>
            <a:buFont typeface="Wingdings" panose="05000000000000000000" pitchFamily="2" charset="2"/>
            <a:buChar char="§"/>
          </a:pPr>
          <a:r>
            <a:rPr lang="en-US" sz="1600" kern="1200" dirty="0"/>
            <a:t>Dashboard Statistics Cards</a:t>
          </a:r>
        </a:p>
        <a:p>
          <a:pPr marL="171450" lvl="1" indent="-171450" algn="l" defTabSz="711200">
            <a:lnSpc>
              <a:spcPct val="150000"/>
            </a:lnSpc>
            <a:spcBef>
              <a:spcPct val="0"/>
            </a:spcBef>
            <a:spcAft>
              <a:spcPct val="15000"/>
            </a:spcAft>
            <a:buFont typeface="Wingdings" panose="05000000000000000000" pitchFamily="2" charset="2"/>
            <a:buChar char="§"/>
          </a:pPr>
          <a:r>
            <a:rPr lang="en-US" sz="1600" kern="1200" dirty="0"/>
            <a:t>Course Filter Ribbon</a:t>
          </a:r>
        </a:p>
        <a:p>
          <a:pPr marL="171450" lvl="1" indent="-171450" algn="l" defTabSz="711200">
            <a:lnSpc>
              <a:spcPct val="150000"/>
            </a:lnSpc>
            <a:spcBef>
              <a:spcPct val="0"/>
            </a:spcBef>
            <a:spcAft>
              <a:spcPct val="15000"/>
            </a:spcAft>
            <a:buFont typeface="Wingdings" panose="05000000000000000000" pitchFamily="2" charset="2"/>
            <a:buChar char="§"/>
          </a:pPr>
          <a:r>
            <a:rPr lang="en-US" sz="1600" kern="1200" dirty="0"/>
            <a:t>Group Card Grid Layout</a:t>
          </a:r>
        </a:p>
        <a:p>
          <a:pPr marL="171450" lvl="1" indent="-171450" algn="l" defTabSz="711200">
            <a:lnSpc>
              <a:spcPct val="150000"/>
            </a:lnSpc>
            <a:spcBef>
              <a:spcPct val="0"/>
            </a:spcBef>
            <a:spcAft>
              <a:spcPct val="15000"/>
            </a:spcAft>
            <a:buFont typeface="Wingdings" panose="05000000000000000000" pitchFamily="2" charset="2"/>
            <a:buChar char="§"/>
          </a:pPr>
          <a:r>
            <a:rPr lang="en-US" sz="1600" kern="1200" dirty="0"/>
            <a:t>Modal Windows (Create Group / Add Course)</a:t>
          </a:r>
        </a:p>
      </dsp:txBody>
      <dsp:txXfrm>
        <a:off x="0" y="1126828"/>
        <a:ext cx="3436431" cy="27834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A4F54E-D121-4FDF-8F14-E86830979171}">
      <dsp:nvSpPr>
        <dsp:cNvPr id="0" name=""/>
        <dsp:cNvSpPr/>
      </dsp:nvSpPr>
      <dsp:spPr>
        <a:xfrm rot="5400000">
          <a:off x="5066466" y="-1857557"/>
          <a:ext cx="1344898" cy="5401332"/>
        </a:xfrm>
        <a:prstGeom prst="round2SameRect">
          <a:avLst/>
        </a:prstGeom>
        <a:solidFill>
          <a:schemeClr val="accent4">
            <a:alpha val="90000"/>
            <a:tint val="55000"/>
            <a:hueOff val="0"/>
            <a:satOff val="0"/>
            <a:lumOff val="0"/>
            <a:alphaOff val="0"/>
          </a:schemeClr>
        </a:solidFill>
        <a:ln w="1905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Node.js runtime environment</a:t>
          </a:r>
        </a:p>
        <a:p>
          <a:pPr marL="114300" lvl="1" indent="-114300" algn="l" defTabSz="622300">
            <a:lnSpc>
              <a:spcPct val="90000"/>
            </a:lnSpc>
            <a:spcBef>
              <a:spcPct val="0"/>
            </a:spcBef>
            <a:spcAft>
              <a:spcPct val="15000"/>
            </a:spcAft>
            <a:buChar char="•"/>
          </a:pPr>
          <a:r>
            <a:rPr lang="en-US" sz="1400" kern="1200" dirty="0"/>
            <a:t>Express.js for routing</a:t>
          </a:r>
        </a:p>
        <a:p>
          <a:pPr marL="114300" lvl="1" indent="-114300" algn="l" defTabSz="622300">
            <a:lnSpc>
              <a:spcPct val="90000"/>
            </a:lnSpc>
            <a:spcBef>
              <a:spcPct val="0"/>
            </a:spcBef>
            <a:spcAft>
              <a:spcPct val="15000"/>
            </a:spcAft>
            <a:buChar char="•"/>
          </a:pPr>
          <a:r>
            <a:rPr lang="en-US" sz="1400" kern="1200" dirty="0"/>
            <a:t>Visual Studio Code</a:t>
          </a:r>
        </a:p>
        <a:p>
          <a:pPr marL="114300" lvl="1" indent="-114300" algn="l" defTabSz="622300">
            <a:lnSpc>
              <a:spcPct val="90000"/>
            </a:lnSpc>
            <a:spcBef>
              <a:spcPct val="0"/>
            </a:spcBef>
            <a:spcAft>
              <a:spcPct val="15000"/>
            </a:spcAft>
            <a:buChar char="•"/>
          </a:pPr>
          <a:r>
            <a:rPr lang="en-US" sz="1400" kern="1200" dirty="0"/>
            <a:t>Git (Version control recommended) (</a:t>
          </a:r>
          <a:r>
            <a:rPr lang="en-US" sz="1400" kern="1200" dirty="0" err="1"/>
            <a:t>Ponuthorai</a:t>
          </a:r>
          <a:r>
            <a:rPr lang="en-US" sz="1400" kern="1200" dirty="0"/>
            <a:t> &amp; </a:t>
          </a:r>
          <a:r>
            <a:rPr lang="en-US" sz="1400" kern="1200" dirty="0" err="1"/>
            <a:t>Loeliger</a:t>
          </a:r>
          <a:r>
            <a:rPr lang="en-US" sz="1400" kern="1200" dirty="0"/>
            <a:t> 2022)</a:t>
          </a:r>
        </a:p>
        <a:p>
          <a:pPr marL="114300" lvl="1" indent="-114300" algn="l" defTabSz="622300">
            <a:lnSpc>
              <a:spcPct val="90000"/>
            </a:lnSpc>
            <a:spcBef>
              <a:spcPct val="0"/>
            </a:spcBef>
            <a:spcAft>
              <a:spcPct val="15000"/>
            </a:spcAft>
            <a:buChar char="•"/>
          </a:pPr>
          <a:r>
            <a:rPr lang="en-US" sz="1400" kern="1200" dirty="0"/>
            <a:t>Browser </a:t>
          </a:r>
          <a:r>
            <a:rPr lang="en-US" sz="1400" kern="1200" dirty="0" err="1"/>
            <a:t>DevTools</a:t>
          </a:r>
          <a:r>
            <a:rPr lang="en-US" sz="1400" kern="1200" dirty="0"/>
            <a:t> for debugging</a:t>
          </a:r>
        </a:p>
      </dsp:txBody>
      <dsp:txXfrm rot="-5400000">
        <a:off x="3038250" y="236312"/>
        <a:ext cx="5335679" cy="1213592"/>
      </dsp:txXfrm>
    </dsp:sp>
    <dsp:sp modelId="{8180A5A7-6FFF-4CE5-9A92-9C77AB3FB6FD}">
      <dsp:nvSpPr>
        <dsp:cNvPr id="0" name=""/>
        <dsp:cNvSpPr/>
      </dsp:nvSpPr>
      <dsp:spPr>
        <a:xfrm>
          <a:off x="0" y="2547"/>
          <a:ext cx="3038249" cy="1681123"/>
        </a:xfrm>
        <a:prstGeom prst="roundRect">
          <a:avLst/>
        </a:prstGeom>
        <a:solidFill>
          <a:schemeClr val="accent4">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Framework &amp; Tool Setup</a:t>
          </a:r>
          <a:endParaRPr lang="en-US" sz="2400" kern="1200" dirty="0"/>
        </a:p>
      </dsp:txBody>
      <dsp:txXfrm>
        <a:off x="82066" y="84613"/>
        <a:ext cx="2874117" cy="1516991"/>
      </dsp:txXfrm>
    </dsp:sp>
    <dsp:sp modelId="{629131E6-5B34-4C0C-B480-5A9B39747710}">
      <dsp:nvSpPr>
        <dsp:cNvPr id="0" name=""/>
        <dsp:cNvSpPr/>
      </dsp:nvSpPr>
      <dsp:spPr>
        <a:xfrm rot="5400000">
          <a:off x="5066466" y="-92378"/>
          <a:ext cx="1344898" cy="5401332"/>
        </a:xfrm>
        <a:prstGeom prst="round2SameRect">
          <a:avLst/>
        </a:prstGeom>
        <a:solidFill>
          <a:schemeClr val="accent4">
            <a:alpha val="90000"/>
            <a:tint val="55000"/>
            <a:hueOff val="0"/>
            <a:satOff val="0"/>
            <a:lumOff val="0"/>
            <a:alphaOff val="0"/>
          </a:schemeClr>
        </a:solidFill>
        <a:ln w="1905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Express</a:t>
          </a:r>
        </a:p>
        <a:p>
          <a:pPr marL="114300" lvl="1" indent="-114300" algn="l" defTabSz="622300">
            <a:lnSpc>
              <a:spcPct val="90000"/>
            </a:lnSpc>
            <a:spcBef>
              <a:spcPct val="0"/>
            </a:spcBef>
            <a:spcAft>
              <a:spcPct val="15000"/>
            </a:spcAft>
            <a:buChar char="•"/>
          </a:pPr>
          <a:r>
            <a:rPr lang="en-US" sz="1400" kern="1200" dirty="0"/>
            <a:t>Body-parser</a:t>
          </a:r>
        </a:p>
        <a:p>
          <a:pPr marL="114300" lvl="1" indent="-114300" algn="l" defTabSz="622300">
            <a:lnSpc>
              <a:spcPct val="90000"/>
            </a:lnSpc>
            <a:spcBef>
              <a:spcPct val="0"/>
            </a:spcBef>
            <a:spcAft>
              <a:spcPct val="15000"/>
            </a:spcAft>
            <a:buChar char="•"/>
          </a:pPr>
          <a:r>
            <a:rPr lang="en-US" sz="1400" kern="1200" dirty="0"/>
            <a:t>CORS</a:t>
          </a:r>
        </a:p>
      </dsp:txBody>
      <dsp:txXfrm rot="-5400000">
        <a:off x="3038250" y="2001491"/>
        <a:ext cx="5335679" cy="1213592"/>
      </dsp:txXfrm>
    </dsp:sp>
    <dsp:sp modelId="{C48E914A-F2E1-4DC4-9D7D-565811995924}">
      <dsp:nvSpPr>
        <dsp:cNvPr id="0" name=""/>
        <dsp:cNvSpPr/>
      </dsp:nvSpPr>
      <dsp:spPr>
        <a:xfrm>
          <a:off x="0" y="1767726"/>
          <a:ext cx="3038249" cy="1681123"/>
        </a:xfrm>
        <a:prstGeom prst="roundRect">
          <a:avLst/>
        </a:prstGeom>
        <a:solidFill>
          <a:schemeClr val="accent4">
            <a:shade val="50000"/>
            <a:hueOff val="406356"/>
            <a:satOff val="-23479"/>
            <a:lumOff val="3248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Third-Party Libraries</a:t>
          </a:r>
          <a:endParaRPr lang="en-US" sz="2400" kern="1200" dirty="0"/>
        </a:p>
      </dsp:txBody>
      <dsp:txXfrm>
        <a:off x="82066" y="1849792"/>
        <a:ext cx="2874117" cy="1516991"/>
      </dsp:txXfrm>
    </dsp:sp>
    <dsp:sp modelId="{3ABFF12C-CB9A-47EC-9F79-1D2EFDDD4E2C}">
      <dsp:nvSpPr>
        <dsp:cNvPr id="0" name=""/>
        <dsp:cNvSpPr/>
      </dsp:nvSpPr>
      <dsp:spPr>
        <a:xfrm rot="5400000">
          <a:off x="5066466" y="1672801"/>
          <a:ext cx="1344898" cy="5401332"/>
        </a:xfrm>
        <a:prstGeom prst="round2SameRect">
          <a:avLst/>
        </a:prstGeom>
        <a:solidFill>
          <a:schemeClr val="accent4">
            <a:alpha val="90000"/>
            <a:tint val="55000"/>
            <a:hueOff val="0"/>
            <a:satOff val="0"/>
            <a:lumOff val="0"/>
            <a:alphaOff val="0"/>
          </a:schemeClr>
        </a:solidFill>
        <a:ln w="1905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Lightweight</a:t>
          </a:r>
        </a:p>
        <a:p>
          <a:pPr marL="114300" lvl="1" indent="-114300" algn="l" defTabSz="622300">
            <a:lnSpc>
              <a:spcPct val="90000"/>
            </a:lnSpc>
            <a:spcBef>
              <a:spcPct val="0"/>
            </a:spcBef>
            <a:spcAft>
              <a:spcPct val="15000"/>
            </a:spcAft>
            <a:buChar char="•"/>
          </a:pPr>
          <a:r>
            <a:rPr lang="en-US" sz="1400" kern="1200" dirty="0"/>
            <a:t>Easy REST implementation</a:t>
          </a:r>
        </a:p>
        <a:p>
          <a:pPr marL="114300" lvl="1" indent="-114300" algn="l" defTabSz="622300">
            <a:lnSpc>
              <a:spcPct val="90000"/>
            </a:lnSpc>
            <a:spcBef>
              <a:spcPct val="0"/>
            </a:spcBef>
            <a:spcAft>
              <a:spcPct val="15000"/>
            </a:spcAft>
            <a:buChar char="•"/>
          </a:pPr>
          <a:r>
            <a:rPr lang="en-US" sz="1400" kern="1200" dirty="0"/>
            <a:t>Fast development cycle</a:t>
          </a:r>
        </a:p>
      </dsp:txBody>
      <dsp:txXfrm rot="-5400000">
        <a:off x="3038250" y="3766671"/>
        <a:ext cx="5335679" cy="1213592"/>
      </dsp:txXfrm>
    </dsp:sp>
    <dsp:sp modelId="{61F2BBD8-C752-47EB-BF15-4A85C787E186}">
      <dsp:nvSpPr>
        <dsp:cNvPr id="0" name=""/>
        <dsp:cNvSpPr/>
      </dsp:nvSpPr>
      <dsp:spPr>
        <a:xfrm>
          <a:off x="0" y="3532905"/>
          <a:ext cx="3038249" cy="1681123"/>
        </a:xfrm>
        <a:prstGeom prst="roundRect">
          <a:avLst/>
        </a:prstGeom>
        <a:solidFill>
          <a:schemeClr val="accent4">
            <a:shade val="50000"/>
            <a:hueOff val="406356"/>
            <a:satOff val="-23479"/>
            <a:lumOff val="3248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Rationale:</a:t>
          </a:r>
          <a:endParaRPr lang="en-US" sz="2400" kern="1200" dirty="0"/>
        </a:p>
      </dsp:txBody>
      <dsp:txXfrm>
        <a:off x="82066" y="3614971"/>
        <a:ext cx="2874117" cy="151699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408A91-9AE3-4231-A1C3-C1D16C7292BA}">
      <dsp:nvSpPr>
        <dsp:cNvPr id="0" name=""/>
        <dsp:cNvSpPr/>
      </dsp:nvSpPr>
      <dsp:spPr>
        <a:xfrm>
          <a:off x="0" y="280988"/>
          <a:ext cx="10515600" cy="4069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95732" rIns="816127" bIns="135128" numCol="1" spcCol="1270" anchor="t" anchorCtr="0">
          <a:noAutofit/>
        </a:bodyPr>
        <a:lstStyle/>
        <a:p>
          <a:pPr marL="171450" lvl="1" indent="-171450" algn="l" defTabSz="844550">
            <a:lnSpc>
              <a:spcPct val="90000"/>
            </a:lnSpc>
            <a:spcBef>
              <a:spcPct val="0"/>
            </a:spcBef>
            <a:spcAft>
              <a:spcPct val="15000"/>
            </a:spcAft>
            <a:buFont typeface="Wingdings" panose="05000000000000000000" pitchFamily="2" charset="2"/>
            <a:buChar char="q"/>
          </a:pPr>
          <a:r>
            <a:rPr lang="en-US" sz="1900" b="1" kern="1200" dirty="0"/>
            <a:t>Single Page Application structure</a:t>
          </a:r>
          <a:endParaRPr lang="en-US" sz="1900" kern="1200" dirty="0"/>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Faster user experience</a:t>
          </a:r>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No page reloads</a:t>
          </a:r>
        </a:p>
        <a:p>
          <a:pPr marL="171450" lvl="1" indent="-171450" algn="l" defTabSz="844550">
            <a:lnSpc>
              <a:spcPct val="90000"/>
            </a:lnSpc>
            <a:spcBef>
              <a:spcPct val="0"/>
            </a:spcBef>
            <a:spcAft>
              <a:spcPct val="15000"/>
            </a:spcAft>
            <a:buFont typeface="Wingdings" panose="05000000000000000000" pitchFamily="2" charset="2"/>
            <a:buChar char="q"/>
          </a:pPr>
          <a:r>
            <a:rPr lang="en-US" sz="1900" b="1" kern="1200" dirty="0"/>
            <a:t>In-memory database</a:t>
          </a:r>
          <a:endParaRPr lang="en-US" sz="1900" kern="1200" dirty="0"/>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Simplifies testing</a:t>
          </a:r>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Suitable for prototype</a:t>
          </a:r>
        </a:p>
        <a:p>
          <a:pPr marL="171450" lvl="1" indent="-171450" algn="l" defTabSz="844550">
            <a:lnSpc>
              <a:spcPct val="90000"/>
            </a:lnSpc>
            <a:spcBef>
              <a:spcPct val="0"/>
            </a:spcBef>
            <a:spcAft>
              <a:spcPct val="15000"/>
            </a:spcAft>
            <a:buFont typeface="Wingdings" panose="05000000000000000000" pitchFamily="2" charset="2"/>
            <a:buChar char="q"/>
          </a:pPr>
          <a:r>
            <a:rPr lang="en-US" sz="1900" b="1" kern="1200" dirty="0"/>
            <a:t>REST API structure</a:t>
          </a:r>
          <a:endParaRPr lang="en-US" sz="1900" kern="1200" dirty="0"/>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Clear separation of frontend &amp; backend</a:t>
          </a:r>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Scalable for future database integration (Gowda &amp; Gowda 2024)</a:t>
          </a:r>
        </a:p>
        <a:p>
          <a:pPr marL="171450" lvl="1" indent="-171450" algn="l" defTabSz="844550">
            <a:lnSpc>
              <a:spcPct val="90000"/>
            </a:lnSpc>
            <a:spcBef>
              <a:spcPct val="0"/>
            </a:spcBef>
            <a:spcAft>
              <a:spcPct val="15000"/>
            </a:spcAft>
            <a:buFont typeface="Wingdings" panose="05000000000000000000" pitchFamily="2" charset="2"/>
            <a:buChar char="q"/>
          </a:pPr>
          <a:r>
            <a:rPr lang="en-US" sz="1900" b="1" kern="1200" dirty="0"/>
            <a:t>Optimistic UI updates</a:t>
          </a:r>
          <a:endParaRPr lang="en-US" sz="1900" kern="1200" dirty="0"/>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Immediate feedback for join actions</a:t>
          </a:r>
        </a:p>
        <a:p>
          <a:pPr marL="342900" lvl="2" indent="-171450" algn="l" defTabSz="844550">
            <a:lnSpc>
              <a:spcPct val="90000"/>
            </a:lnSpc>
            <a:spcBef>
              <a:spcPct val="0"/>
            </a:spcBef>
            <a:spcAft>
              <a:spcPct val="15000"/>
            </a:spcAft>
            <a:buFont typeface="Wingdings" panose="05000000000000000000" pitchFamily="2" charset="2"/>
            <a:buChar char="§"/>
          </a:pPr>
          <a:r>
            <a:rPr lang="en-US" sz="1900" kern="1200" dirty="0"/>
            <a:t>Improved user experience</a:t>
          </a:r>
        </a:p>
      </dsp:txBody>
      <dsp:txXfrm>
        <a:off x="0" y="280988"/>
        <a:ext cx="10515600" cy="4069800"/>
      </dsp:txXfrm>
    </dsp:sp>
    <dsp:sp modelId="{0FFFC5DD-3F59-4078-A2E0-6960E437540E}">
      <dsp:nvSpPr>
        <dsp:cNvPr id="0" name=""/>
        <dsp:cNvSpPr/>
      </dsp:nvSpPr>
      <dsp:spPr>
        <a:xfrm>
          <a:off x="525780" y="548"/>
          <a:ext cx="7360920"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b="1" kern="1200"/>
            <a:t>Important Decisions</a:t>
          </a:r>
          <a:endParaRPr lang="en-US" sz="1900" kern="1200"/>
        </a:p>
      </dsp:txBody>
      <dsp:txXfrm>
        <a:off x="553160" y="27928"/>
        <a:ext cx="7306160" cy="5061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359472-6531-4D8E-9EC6-EDB5CA8326E8}">
      <dsp:nvSpPr>
        <dsp:cNvPr id="0" name=""/>
        <dsp:cNvSpPr/>
      </dsp:nvSpPr>
      <dsp:spPr>
        <a:xfrm>
          <a:off x="0" y="1702711"/>
          <a:ext cx="1161326"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en-US" sz="1400" b="1" kern="1200" dirty="0"/>
            <a:t>Performed Tests</a:t>
          </a:r>
          <a:endParaRPr lang="en-US" sz="1400" kern="1200" dirty="0"/>
        </a:p>
      </dsp:txBody>
      <dsp:txXfrm>
        <a:off x="0" y="1702711"/>
        <a:ext cx="1161326" cy="1287000"/>
      </dsp:txXfrm>
    </dsp:sp>
    <dsp:sp modelId="{0A9B40FE-5518-4AA0-9D14-4BE2D80533D5}">
      <dsp:nvSpPr>
        <dsp:cNvPr id="0" name=""/>
        <dsp:cNvSpPr/>
      </dsp:nvSpPr>
      <dsp:spPr>
        <a:xfrm>
          <a:off x="1161325" y="1682602"/>
          <a:ext cx="232265" cy="1327218"/>
        </a:xfrm>
        <a:prstGeom prst="leftBrace">
          <a:avLst>
            <a:gd name="adj1" fmla="val 35000"/>
            <a:gd name="adj2" fmla="val 5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0100F3-9738-4EF6-94ED-3A28EC580BC4}">
      <dsp:nvSpPr>
        <dsp:cNvPr id="0" name=""/>
        <dsp:cNvSpPr/>
      </dsp:nvSpPr>
      <dsp:spPr>
        <a:xfrm>
          <a:off x="1486497" y="1682602"/>
          <a:ext cx="3158806" cy="13272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Login validation (empty fields)</a:t>
          </a:r>
        </a:p>
        <a:p>
          <a:pPr marL="171450" lvl="1" indent="-171450" algn="l" defTabSz="711200">
            <a:lnSpc>
              <a:spcPct val="90000"/>
            </a:lnSpc>
            <a:spcBef>
              <a:spcPct val="0"/>
            </a:spcBef>
            <a:spcAft>
              <a:spcPct val="15000"/>
            </a:spcAft>
            <a:buChar char="•"/>
          </a:pPr>
          <a:r>
            <a:rPr lang="en-US" sz="1600" kern="1200" dirty="0"/>
            <a:t>Course addition &amp; removal</a:t>
          </a:r>
        </a:p>
        <a:p>
          <a:pPr marL="171450" lvl="1" indent="-171450" algn="l" defTabSz="711200">
            <a:lnSpc>
              <a:spcPct val="90000"/>
            </a:lnSpc>
            <a:spcBef>
              <a:spcPct val="0"/>
            </a:spcBef>
            <a:spcAft>
              <a:spcPct val="15000"/>
            </a:spcAft>
            <a:buChar char="•"/>
          </a:pPr>
          <a:r>
            <a:rPr lang="en-US" sz="1600" kern="1200" dirty="0"/>
            <a:t>Group join validation</a:t>
          </a:r>
        </a:p>
        <a:p>
          <a:pPr marL="171450" lvl="1" indent="-171450" algn="l" defTabSz="711200">
            <a:lnSpc>
              <a:spcPct val="90000"/>
            </a:lnSpc>
            <a:spcBef>
              <a:spcPct val="0"/>
            </a:spcBef>
            <a:spcAft>
              <a:spcPct val="15000"/>
            </a:spcAft>
            <a:buChar char="•"/>
          </a:pPr>
          <a:r>
            <a:rPr lang="en-US" sz="1600" kern="1200" dirty="0"/>
            <a:t>Group capacity restriction</a:t>
          </a:r>
        </a:p>
        <a:p>
          <a:pPr marL="171450" lvl="1" indent="-171450" algn="l" defTabSz="711200">
            <a:lnSpc>
              <a:spcPct val="90000"/>
            </a:lnSpc>
            <a:spcBef>
              <a:spcPct val="0"/>
            </a:spcBef>
            <a:spcAft>
              <a:spcPct val="15000"/>
            </a:spcAft>
            <a:buChar char="•"/>
          </a:pPr>
          <a:r>
            <a:rPr lang="en-US" sz="1600" kern="1200" dirty="0"/>
            <a:t>UI </a:t>
          </a:r>
          <a:r>
            <a:rPr lang="en-US" sz="1600" kern="1200"/>
            <a:t>state updates</a:t>
          </a:r>
          <a:endParaRPr lang="en-US" sz="1600" kern="1200" dirty="0"/>
        </a:p>
      </dsp:txBody>
      <dsp:txXfrm>
        <a:off x="1486497" y="1682602"/>
        <a:ext cx="3158806" cy="1327218"/>
      </dsp:txXfrm>
    </dsp:sp>
    <dsp:sp modelId="{50E65DD7-363F-4CB1-A000-9AD6B1CDB0C1}">
      <dsp:nvSpPr>
        <dsp:cNvPr id="0" name=""/>
        <dsp:cNvSpPr/>
      </dsp:nvSpPr>
      <dsp:spPr>
        <a:xfrm>
          <a:off x="0" y="3243820"/>
          <a:ext cx="1161326"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35560" rIns="99568" bIns="35560" numCol="1" spcCol="1270" anchor="ctr" anchorCtr="0">
          <a:noAutofit/>
        </a:bodyPr>
        <a:lstStyle/>
        <a:p>
          <a:pPr marL="0" lvl="0" indent="0" algn="r" defTabSz="622300">
            <a:lnSpc>
              <a:spcPct val="90000"/>
            </a:lnSpc>
            <a:spcBef>
              <a:spcPct val="0"/>
            </a:spcBef>
            <a:spcAft>
              <a:spcPct val="35000"/>
            </a:spcAft>
            <a:buNone/>
          </a:pPr>
          <a:r>
            <a:rPr lang="en-US" sz="1400" b="1" kern="1200" dirty="0"/>
            <a:t>Risks Identified</a:t>
          </a:r>
          <a:endParaRPr lang="en-US" sz="1400" kern="1200" dirty="0"/>
        </a:p>
      </dsp:txBody>
      <dsp:txXfrm>
        <a:off x="0" y="3243820"/>
        <a:ext cx="1161326" cy="1287000"/>
      </dsp:txXfrm>
    </dsp:sp>
    <dsp:sp modelId="{B7605B2D-9DAE-4490-9170-ACEF380C39E7}">
      <dsp:nvSpPr>
        <dsp:cNvPr id="0" name=""/>
        <dsp:cNvSpPr/>
      </dsp:nvSpPr>
      <dsp:spPr>
        <a:xfrm>
          <a:off x="1161325" y="3243820"/>
          <a:ext cx="232265" cy="1287000"/>
        </a:xfrm>
        <a:prstGeom prst="leftBrace">
          <a:avLst>
            <a:gd name="adj1" fmla="val 35000"/>
            <a:gd name="adj2" fmla="val 5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6913B0-C920-4170-BB84-7ED96A6B5CC1}">
      <dsp:nvSpPr>
        <dsp:cNvPr id="0" name=""/>
        <dsp:cNvSpPr/>
      </dsp:nvSpPr>
      <dsp:spPr>
        <a:xfrm>
          <a:off x="1486497" y="3243820"/>
          <a:ext cx="3158806" cy="12870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No persistent database</a:t>
          </a:r>
        </a:p>
        <a:p>
          <a:pPr marL="171450" lvl="1" indent="-171450" algn="l" defTabSz="711200">
            <a:lnSpc>
              <a:spcPct val="90000"/>
            </a:lnSpc>
            <a:spcBef>
              <a:spcPct val="0"/>
            </a:spcBef>
            <a:spcAft>
              <a:spcPct val="15000"/>
            </a:spcAft>
            <a:buChar char="•"/>
          </a:pPr>
          <a:r>
            <a:rPr lang="en-US" sz="1600" kern="1200" dirty="0"/>
            <a:t>No authentication security</a:t>
          </a:r>
        </a:p>
        <a:p>
          <a:pPr marL="171450" lvl="1" indent="-171450" algn="l" defTabSz="711200">
            <a:lnSpc>
              <a:spcPct val="90000"/>
            </a:lnSpc>
            <a:spcBef>
              <a:spcPct val="0"/>
            </a:spcBef>
            <a:spcAft>
              <a:spcPct val="15000"/>
            </a:spcAft>
            <a:buChar char="•"/>
          </a:pPr>
          <a:r>
            <a:rPr lang="en-US" sz="1600" kern="1200" dirty="0"/>
            <a:t>Chat is </a:t>
          </a:r>
          <a:r>
            <a:rPr lang="en-US" sz="1600" kern="1200"/>
            <a:t>client-side only</a:t>
          </a:r>
          <a:endParaRPr lang="en-US" sz="1600" kern="1200" dirty="0"/>
        </a:p>
      </dsp:txBody>
      <dsp:txXfrm>
        <a:off x="1486497" y="3243820"/>
        <a:ext cx="3158806" cy="1287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9817B-43C1-456B-857A-DDF4E67709CD}">
      <dsp:nvSpPr>
        <dsp:cNvPr id="0" name=""/>
        <dsp:cNvSpPr/>
      </dsp:nvSpPr>
      <dsp:spPr>
        <a:xfrm rot="5400000">
          <a:off x="-360747" y="361568"/>
          <a:ext cx="2404984" cy="1683489"/>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b="1" kern="1200"/>
            <a:t>Reflection on Development Phase</a:t>
          </a:r>
          <a:endParaRPr lang="en-US" sz="1700" kern="1200"/>
        </a:p>
      </dsp:txBody>
      <dsp:txXfrm rot="-5400000">
        <a:off x="1" y="842566"/>
        <a:ext cx="1683489" cy="721495"/>
      </dsp:txXfrm>
    </dsp:sp>
    <dsp:sp modelId="{771FC6A7-C9E4-4084-9782-643BFFF6B977}">
      <dsp:nvSpPr>
        <dsp:cNvPr id="0" name=""/>
        <dsp:cNvSpPr/>
      </dsp:nvSpPr>
      <dsp:spPr>
        <a:xfrm rot="5400000">
          <a:off x="4774530" y="-3090221"/>
          <a:ext cx="1563240" cy="7745322"/>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ctr" defTabSz="800100">
            <a:lnSpc>
              <a:spcPct val="90000"/>
            </a:lnSpc>
            <a:spcBef>
              <a:spcPct val="0"/>
            </a:spcBef>
            <a:spcAft>
              <a:spcPct val="15000"/>
            </a:spcAft>
            <a:buChar char="•"/>
          </a:pPr>
          <a:r>
            <a:rPr lang="en-US" sz="1800" kern="1200"/>
            <a:t>Project goals achieved successfully</a:t>
          </a:r>
        </a:p>
        <a:p>
          <a:pPr marL="171450" lvl="1" indent="-171450" algn="ctr" defTabSz="800100">
            <a:lnSpc>
              <a:spcPct val="90000"/>
            </a:lnSpc>
            <a:spcBef>
              <a:spcPct val="0"/>
            </a:spcBef>
            <a:spcAft>
              <a:spcPct val="15000"/>
            </a:spcAft>
            <a:buChar char="•"/>
          </a:pPr>
          <a:r>
            <a:rPr lang="en-US" sz="1800" kern="1200"/>
            <a:t>Core features implemented and tested</a:t>
          </a:r>
        </a:p>
        <a:p>
          <a:pPr marL="171450" lvl="1" indent="-171450" algn="ctr" defTabSz="800100">
            <a:lnSpc>
              <a:spcPct val="90000"/>
            </a:lnSpc>
            <a:spcBef>
              <a:spcPct val="0"/>
            </a:spcBef>
            <a:spcAft>
              <a:spcPct val="15000"/>
            </a:spcAft>
            <a:buChar char="•"/>
          </a:pPr>
          <a:r>
            <a:rPr lang="en-US" sz="1800" kern="1200"/>
            <a:t>REST architecture working reliably</a:t>
          </a:r>
        </a:p>
        <a:p>
          <a:pPr marL="171450" lvl="1" indent="-171450" algn="ctr" defTabSz="800100">
            <a:lnSpc>
              <a:spcPct val="90000"/>
            </a:lnSpc>
            <a:spcBef>
              <a:spcPct val="0"/>
            </a:spcBef>
            <a:spcAft>
              <a:spcPct val="15000"/>
            </a:spcAft>
            <a:buChar char="•"/>
          </a:pPr>
          <a:r>
            <a:rPr lang="en-US" sz="1800" kern="1200"/>
            <a:t>UI responsive and interactive</a:t>
          </a:r>
        </a:p>
      </dsp:txBody>
      <dsp:txXfrm rot="-5400000">
        <a:off x="1683490" y="77130"/>
        <a:ext cx="7669011" cy="1410618"/>
      </dsp:txXfrm>
    </dsp:sp>
    <dsp:sp modelId="{547EF0B3-7E9C-49CB-B829-84891E531ED7}">
      <dsp:nvSpPr>
        <dsp:cNvPr id="0" name=""/>
        <dsp:cNvSpPr/>
      </dsp:nvSpPr>
      <dsp:spPr>
        <a:xfrm rot="5400000">
          <a:off x="-360747" y="2481972"/>
          <a:ext cx="2404984" cy="1683489"/>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b="1" kern="1200"/>
            <a:t>Improvement Opportunities</a:t>
          </a:r>
          <a:endParaRPr lang="en-US" sz="1700" kern="1200"/>
        </a:p>
      </dsp:txBody>
      <dsp:txXfrm rot="-5400000">
        <a:off x="1" y="2962970"/>
        <a:ext cx="1683489" cy="721495"/>
      </dsp:txXfrm>
    </dsp:sp>
    <dsp:sp modelId="{E627E244-B264-4E93-868F-FF8363F67494}">
      <dsp:nvSpPr>
        <dsp:cNvPr id="0" name=""/>
        <dsp:cNvSpPr/>
      </dsp:nvSpPr>
      <dsp:spPr>
        <a:xfrm rot="5400000">
          <a:off x="4774530" y="-969816"/>
          <a:ext cx="1563240" cy="7745322"/>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ctr" defTabSz="800100">
            <a:lnSpc>
              <a:spcPct val="90000"/>
            </a:lnSpc>
            <a:spcBef>
              <a:spcPct val="0"/>
            </a:spcBef>
            <a:spcAft>
              <a:spcPct val="15000"/>
            </a:spcAft>
            <a:buChar char="•"/>
          </a:pPr>
          <a:r>
            <a:rPr lang="en-US" sz="1800" kern="1200" dirty="0"/>
            <a:t>MongoDB database integration</a:t>
          </a:r>
        </a:p>
        <a:p>
          <a:pPr marL="171450" lvl="1" indent="-171450" algn="ctr" defTabSz="800100">
            <a:lnSpc>
              <a:spcPct val="90000"/>
            </a:lnSpc>
            <a:spcBef>
              <a:spcPct val="0"/>
            </a:spcBef>
            <a:spcAft>
              <a:spcPct val="15000"/>
            </a:spcAft>
            <a:buChar char="•"/>
          </a:pPr>
          <a:r>
            <a:rPr lang="en-US" sz="1800" kern="1200" dirty="0"/>
            <a:t>Real-time chat with </a:t>
          </a:r>
          <a:r>
            <a:rPr lang="en-US" sz="1800" kern="1200" dirty="0" err="1"/>
            <a:t>WebSockets</a:t>
          </a:r>
          <a:r>
            <a:rPr lang="en-US" sz="1800" kern="1200" dirty="0"/>
            <a:t> (NANDAMURU, 2025)</a:t>
          </a:r>
        </a:p>
        <a:p>
          <a:pPr marL="171450" lvl="1" indent="-171450" algn="ctr" defTabSz="800100">
            <a:lnSpc>
              <a:spcPct val="90000"/>
            </a:lnSpc>
            <a:spcBef>
              <a:spcPct val="0"/>
            </a:spcBef>
            <a:spcAft>
              <a:spcPct val="15000"/>
            </a:spcAft>
            <a:buChar char="•"/>
          </a:pPr>
          <a:r>
            <a:rPr lang="en-US" sz="1800" kern="1200" dirty="0"/>
            <a:t>Authentication with JWT</a:t>
          </a:r>
        </a:p>
        <a:p>
          <a:pPr marL="171450" lvl="1" indent="-171450" algn="ctr" defTabSz="800100">
            <a:lnSpc>
              <a:spcPct val="90000"/>
            </a:lnSpc>
            <a:spcBef>
              <a:spcPct val="0"/>
            </a:spcBef>
            <a:spcAft>
              <a:spcPct val="15000"/>
            </a:spcAft>
            <a:buChar char="•"/>
          </a:pPr>
          <a:r>
            <a:rPr lang="en-US" sz="1800" kern="1200"/>
            <a:t>Image upload for group cards</a:t>
          </a:r>
        </a:p>
        <a:p>
          <a:pPr marL="171450" lvl="1" indent="-171450" algn="ctr" defTabSz="800100">
            <a:lnSpc>
              <a:spcPct val="90000"/>
            </a:lnSpc>
            <a:spcBef>
              <a:spcPct val="0"/>
            </a:spcBef>
            <a:spcAft>
              <a:spcPct val="15000"/>
            </a:spcAft>
            <a:buChar char="•"/>
          </a:pPr>
          <a:r>
            <a:rPr lang="en-US" sz="1800" kern="1200"/>
            <a:t>Deployment to cloud server</a:t>
          </a:r>
        </a:p>
      </dsp:txBody>
      <dsp:txXfrm rot="-5400000">
        <a:off x="1683490" y="2197535"/>
        <a:ext cx="7669011" cy="141061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1BED21-F307-4414-A981-26CBC5844147}" type="datetimeFigureOut">
              <a:rPr lang="en-US" smtClean="0"/>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722062-AF87-494F-AA73-A174BD9AF214}" type="slidenum">
              <a:rPr lang="en-US" smtClean="0"/>
              <a:t>‹#›</a:t>
            </a:fld>
            <a:endParaRPr lang="en-US"/>
          </a:p>
        </p:txBody>
      </p:sp>
    </p:spTree>
    <p:extLst>
      <p:ext uri="{BB962C8B-B14F-4D97-AF65-F5344CB8AC3E}">
        <p14:creationId xmlns:p14="http://schemas.microsoft.com/office/powerpoint/2010/main" val="403684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Greetings. </a:t>
            </a:r>
            <a:r>
              <a:rPr lang="en-US" sz="1200" b="0" i="0" kern="1200" dirty="0">
                <a:solidFill>
                  <a:schemeClr val="tx1"/>
                </a:solidFill>
                <a:effectLst/>
                <a:latin typeface="+mn-lt"/>
                <a:ea typeface="+mn-ea"/>
                <a:cs typeface="+mn-cs"/>
              </a:rPr>
              <a:t>Today my presentation is referred as the Simple Study Group Finder Web Application. It is a complete web platform that facilitates the work of students through academics. The system also enables the users to enroll, follow their courses, find study groups and communicate. It illustrates the frontend development, backend implementation and organised software engineering.</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1</a:t>
            </a:fld>
            <a:endParaRPr lang="en-US"/>
          </a:p>
        </p:txBody>
      </p:sp>
    </p:spTree>
    <p:extLst>
      <p:ext uri="{BB962C8B-B14F-4D97-AF65-F5344CB8AC3E}">
        <p14:creationId xmlns:p14="http://schemas.microsoft.com/office/powerpoint/2010/main" val="846551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Numerous students are unable to find study partners in their courses. There is disjointed communication that is not structured. The aim of the project was to create a central web platform, where students can interact due to their shared academic courses, create study groups, and enhance teamwork in a well-organised digital platform.</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2</a:t>
            </a:fld>
            <a:endParaRPr lang="en-US"/>
          </a:p>
        </p:txBody>
      </p:sp>
    </p:spTree>
    <p:extLst>
      <p:ext uri="{BB962C8B-B14F-4D97-AF65-F5344CB8AC3E}">
        <p14:creationId xmlns:p14="http://schemas.microsoft.com/office/powerpoint/2010/main" val="976261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architecture of the system is the client-server. Front end is developed with HTML, CSS and JavaScript and the backend is developed with node.js and Express. The front end is connected to REST API endpoints. The information is stored in memory temporarily. This segregation provides scalability and serviceability of the system architecture.</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3</a:t>
            </a:fld>
            <a:endParaRPr lang="en-US"/>
          </a:p>
        </p:txBody>
      </p:sp>
    </p:spTree>
    <p:extLst>
      <p:ext uri="{BB962C8B-B14F-4D97-AF65-F5344CB8AC3E}">
        <p14:creationId xmlns:p14="http://schemas.microsoft.com/office/powerpoint/2010/main" val="1888350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application was </a:t>
            </a:r>
            <a:r>
              <a:rPr lang="en-US" sz="1200" b="0" i="0" kern="1200" dirty="0" err="1">
                <a:solidFill>
                  <a:schemeClr val="tx1"/>
                </a:solidFill>
                <a:effectLst/>
                <a:latin typeface="+mn-lt"/>
                <a:ea typeface="+mn-ea"/>
                <a:cs typeface="+mn-cs"/>
              </a:rPr>
              <a:t>categorised</a:t>
            </a:r>
            <a:r>
              <a:rPr lang="en-US" sz="1200" b="0" i="0" kern="1200" dirty="0">
                <a:solidFill>
                  <a:schemeClr val="tx1"/>
                </a:solidFill>
                <a:effectLst/>
                <a:latin typeface="+mn-lt"/>
                <a:ea typeface="+mn-ea"/>
                <a:cs typeface="+mn-cs"/>
              </a:rPr>
              <a:t> into distinct functional modules. These are authentication, course management, group discovery, group creation, the ability to join and messaging. The modules were implemented on their own and then combined. This non-integrity design enhances maintainability, easier debugging, and compliance with the principles of the structured software architecture.</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4</a:t>
            </a:fld>
            <a:endParaRPr lang="en-US"/>
          </a:p>
        </p:txBody>
      </p:sp>
    </p:spTree>
    <p:extLst>
      <p:ext uri="{BB962C8B-B14F-4D97-AF65-F5344CB8AC3E}">
        <p14:creationId xmlns:p14="http://schemas.microsoft.com/office/powerpoint/2010/main" val="1395315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user interface was put into a dashboard format with a sidebar. It contains statistics, filters, and card groups which are dynamic. Groups and course additions are made with the help of modals. Its design is centred on usability, clarity and responsiveness. JavaScript is dynamically loaded into the interface; it does not reload the page each time.</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5</a:t>
            </a:fld>
            <a:endParaRPr lang="en-US"/>
          </a:p>
        </p:txBody>
      </p:sp>
    </p:spTree>
    <p:extLst>
      <p:ext uri="{BB962C8B-B14F-4D97-AF65-F5344CB8AC3E}">
        <p14:creationId xmlns:p14="http://schemas.microsoft.com/office/powerpoint/2010/main" val="3902809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Express and organised REST endpoints were used to implement the backend. These terminals handle the logic of login, group retrieval, group creation and group joining. The validation will not allow users to be in full groups. The server stores users and groups in arrays, emulating a cheap database to development and test.</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6</a:t>
            </a:fld>
            <a:endParaRPr lang="en-US"/>
          </a:p>
        </p:txBody>
      </p:sp>
    </p:spTree>
    <p:extLst>
      <p:ext uri="{BB962C8B-B14F-4D97-AF65-F5344CB8AC3E}">
        <p14:creationId xmlns:p14="http://schemas.microsoft.com/office/powerpoint/2010/main" val="3797274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development stage, Node.js and express were set as the back end framework. The development environment was the Visual Studio Code. Third-party libraries were also chosen to facilitate the use of the JSON communication: CORS and body-parser. The reasons technology stack was selected is because it was simple, fast to implement and scale.</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7</a:t>
            </a:fld>
            <a:endParaRPr lang="en-US"/>
          </a:p>
        </p:txBody>
      </p:sp>
    </p:spTree>
    <p:extLst>
      <p:ext uri="{BB962C8B-B14F-4D97-AF65-F5344CB8AC3E}">
        <p14:creationId xmlns:p14="http://schemas.microsoft.com/office/powerpoint/2010/main" val="3621218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Some major design choices were arrived at. One page design enhances ease of use. A database stored in memory makes prototyping easier. Good API design guarantees the clear separation of the frontend and backend. Optimistic UI is a feedback that gives the user immediate feedback. All the decisions were recorded and explained with references to the usability, scalability, and the scope of the project.</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8</a:t>
            </a:fld>
            <a:endParaRPr lang="en-US"/>
          </a:p>
        </p:txBody>
      </p:sp>
    </p:spTree>
    <p:extLst>
      <p:ext uri="{BB962C8B-B14F-4D97-AF65-F5344CB8AC3E}">
        <p14:creationId xmlns:p14="http://schemas.microsoft.com/office/powerpoint/2010/main" val="4270348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testing involved checking of the login, course management, joining of groups and testing of capacities. Simulated realistic scenarios were done with predefined test data. Lack of persistent storage, insufficient authentication security and non-real-time messaging are types of risks that have been identified. They were </a:t>
            </a:r>
            <a:r>
              <a:rPr lang="en-US" sz="1200" b="0" i="0" kern="1200" dirty="0" err="1">
                <a:solidFill>
                  <a:schemeClr val="tx1"/>
                </a:solidFill>
                <a:effectLst/>
                <a:latin typeface="+mn-lt"/>
                <a:ea typeface="+mn-ea"/>
                <a:cs typeface="+mn-cs"/>
              </a:rPr>
              <a:t>recognised</a:t>
            </a:r>
            <a:r>
              <a:rPr lang="en-US" sz="1200" b="0" i="0" kern="1200" dirty="0">
                <a:solidFill>
                  <a:schemeClr val="tx1"/>
                </a:solidFill>
                <a:effectLst/>
                <a:latin typeface="+mn-lt"/>
                <a:ea typeface="+mn-ea"/>
                <a:cs typeface="+mn-cs"/>
              </a:rPr>
              <a:t> and listed as points of future enhancement and expansion.</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9</a:t>
            </a:fld>
            <a:endParaRPr lang="en-US"/>
          </a:p>
        </p:txBody>
      </p:sp>
    </p:spTree>
    <p:extLst>
      <p:ext uri="{BB962C8B-B14F-4D97-AF65-F5344CB8AC3E}">
        <p14:creationId xmlns:p14="http://schemas.microsoft.com/office/powerpoint/2010/main" val="3844610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development stage was able to convert the idea into a prototype. The application can meet the fundamental functional requirements. In the future, the database will be integrated, authenticated, made message-in-real-time, and published in a cloud server. The project has well organised implementation, documentation and reflection according to the principles of software engineering.</a:t>
            </a:r>
            <a:endParaRPr lang="en-US" dirty="0"/>
          </a:p>
        </p:txBody>
      </p:sp>
      <p:sp>
        <p:nvSpPr>
          <p:cNvPr id="4" name="Slide Number Placeholder 3"/>
          <p:cNvSpPr>
            <a:spLocks noGrp="1"/>
          </p:cNvSpPr>
          <p:nvPr>
            <p:ph type="sldNum" sz="quarter" idx="5"/>
          </p:nvPr>
        </p:nvSpPr>
        <p:spPr/>
        <p:txBody>
          <a:bodyPr/>
          <a:lstStyle/>
          <a:p>
            <a:fld id="{22722062-AF87-494F-AA73-A174BD9AF214}" type="slidenum">
              <a:rPr lang="en-US" smtClean="0"/>
              <a:t>10</a:t>
            </a:fld>
            <a:endParaRPr lang="en-US"/>
          </a:p>
        </p:txBody>
      </p:sp>
    </p:spTree>
    <p:extLst>
      <p:ext uri="{BB962C8B-B14F-4D97-AF65-F5344CB8AC3E}">
        <p14:creationId xmlns:p14="http://schemas.microsoft.com/office/powerpoint/2010/main" val="3445634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3F6E1-8193-3ACB-A066-F35CE9F3CE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A70819-ED9A-2196-DE1A-4E2411700F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00506E-293A-3222-CF46-CFB85C0560E4}"/>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5" name="Footer Placeholder 4">
            <a:extLst>
              <a:ext uri="{FF2B5EF4-FFF2-40B4-BE49-F238E27FC236}">
                <a16:creationId xmlns:a16="http://schemas.microsoft.com/office/drawing/2014/main" id="{76B02DDA-5D98-7EC6-508A-516921045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E6F3DF-9BDB-B105-C82B-2387980D6B2E}"/>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1714300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CDE0A-C369-F96E-0BE1-3759379704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15DE95-8B8E-0B68-16EF-24F2582B89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89F3CD-E3FC-067B-B50B-BCF7D1F0290C}"/>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5" name="Footer Placeholder 4">
            <a:extLst>
              <a:ext uri="{FF2B5EF4-FFF2-40B4-BE49-F238E27FC236}">
                <a16:creationId xmlns:a16="http://schemas.microsoft.com/office/drawing/2014/main" id="{F1600F7A-99B9-69E3-A3B5-BCC1C84D3E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F33D9A-4D57-C8F6-B595-CC19CD7B0299}"/>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3807183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52AA7-1A5D-7A9A-AECD-58E6EFD6A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994350-09AF-B550-27B7-0BBE6B2A45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A458AF-1CDE-114D-EA4D-709049E306D8}"/>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5" name="Footer Placeholder 4">
            <a:extLst>
              <a:ext uri="{FF2B5EF4-FFF2-40B4-BE49-F238E27FC236}">
                <a16:creationId xmlns:a16="http://schemas.microsoft.com/office/drawing/2014/main" id="{4EAC3039-359F-6F49-9F05-39B7231FEF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B70CA-47C0-6E51-0DE6-8E772445C51B}"/>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3862312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DDA9C-BDCA-2285-D504-5787A56774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F6180A-3B5A-F432-948D-E67A28FA87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213A4A-8ABB-4912-38B6-A4ACEE2F8D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DB8C08-A4C6-4E6D-24FA-ABAFD23D23C8}"/>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6" name="Footer Placeholder 5">
            <a:extLst>
              <a:ext uri="{FF2B5EF4-FFF2-40B4-BE49-F238E27FC236}">
                <a16:creationId xmlns:a16="http://schemas.microsoft.com/office/drawing/2014/main" id="{609C261C-626C-5AE7-3F33-B82CD11A56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C3E071-02B3-941A-DBD6-F4A3225CB024}"/>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1801495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5611B-FB5B-4498-941F-AA7465E307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CBCA81-289A-5D86-73E8-B5867F212A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90A572-DAE6-B7C7-D011-54183857DB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3A7505-068E-5F83-0893-7DFB844E7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5938C1-5583-2B82-2B83-106C0D92B5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6E5645-2D68-8EB5-CD1B-EFC1E97ADE1E}"/>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8" name="Footer Placeholder 7">
            <a:extLst>
              <a:ext uri="{FF2B5EF4-FFF2-40B4-BE49-F238E27FC236}">
                <a16:creationId xmlns:a16="http://schemas.microsoft.com/office/drawing/2014/main" id="{45F00701-B476-2533-3889-ABEFD713D0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A56070-DD39-0AB4-E4A5-3B68DCD04283}"/>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1575518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FD5EE-A5B9-67CA-0977-A216E75F96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E1F080-3847-B9BF-0795-9E864D80F02E}"/>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4" name="Footer Placeholder 3">
            <a:extLst>
              <a:ext uri="{FF2B5EF4-FFF2-40B4-BE49-F238E27FC236}">
                <a16:creationId xmlns:a16="http://schemas.microsoft.com/office/drawing/2014/main" id="{9D9EB275-9C24-31FD-C8C0-95B10CB59D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668518-18F8-3B74-855C-C6466B54B0CA}"/>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3669265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658058-1285-3379-C5D2-77A1FBBF063F}"/>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3" name="Footer Placeholder 2">
            <a:extLst>
              <a:ext uri="{FF2B5EF4-FFF2-40B4-BE49-F238E27FC236}">
                <a16:creationId xmlns:a16="http://schemas.microsoft.com/office/drawing/2014/main" id="{B508ECB0-A2B9-DAA2-E1BF-0AD4109207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2019F9-1BFB-E689-2ECA-9E5F98643C27}"/>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24580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11082-7ED8-BAA4-B7B2-765CA05CF4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651AD8-1069-8A41-63FB-0B322CDB15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ACA804-32F0-8C2F-77C6-87D8D6DA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D5F1EA-C662-439A-2853-BFB35F18C63D}"/>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6" name="Footer Placeholder 5">
            <a:extLst>
              <a:ext uri="{FF2B5EF4-FFF2-40B4-BE49-F238E27FC236}">
                <a16:creationId xmlns:a16="http://schemas.microsoft.com/office/drawing/2014/main" id="{08B24A1A-72D9-ED05-A1F6-6ADDA2E0D1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EDED82-53D9-6FA2-D44F-DFD6E35B7A52}"/>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1493633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9626A-50A6-85A1-76FB-058FC76E28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EEF95F-9F65-40B5-09B5-2D0B3A218C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2B816E-2E59-692E-5F81-F233F141D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8CD6E-1072-DB44-0FDC-0EEB4483F01A}"/>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6" name="Footer Placeholder 5">
            <a:extLst>
              <a:ext uri="{FF2B5EF4-FFF2-40B4-BE49-F238E27FC236}">
                <a16:creationId xmlns:a16="http://schemas.microsoft.com/office/drawing/2014/main" id="{A15ED769-A760-8DF4-B3FA-5EFEF89AA4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303F47-AA38-A77E-09C5-5967A5D9ED3D}"/>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1440964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213B8-2404-9C46-94C9-D5D5072B5E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624FC8-AD30-06B4-6028-817A906E1C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E35D2-55A8-64F5-A8BD-F14AB10EC317}"/>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5" name="Footer Placeholder 4">
            <a:extLst>
              <a:ext uri="{FF2B5EF4-FFF2-40B4-BE49-F238E27FC236}">
                <a16:creationId xmlns:a16="http://schemas.microsoft.com/office/drawing/2014/main" id="{F79EFD1D-FD11-BC9F-A8B7-D8096A0276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3E4E2-3E74-1E77-8162-AF0389C4B6AF}"/>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2568163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78EEA2-D5B5-158F-468C-7BA5DF3906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3C2424-109B-82DB-C43B-6FD8D302EF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E0D9-5D95-42DF-CE67-982A8B577460}"/>
              </a:ext>
            </a:extLst>
          </p:cNvPr>
          <p:cNvSpPr>
            <a:spLocks noGrp="1"/>
          </p:cNvSpPr>
          <p:nvPr>
            <p:ph type="dt" sz="half" idx="10"/>
          </p:nvPr>
        </p:nvSpPr>
        <p:spPr/>
        <p:txBody>
          <a:bodyPr/>
          <a:lstStyle/>
          <a:p>
            <a:fld id="{446595B4-1A15-46D8-A6BF-A8391E8DCA17}" type="datetimeFigureOut">
              <a:rPr lang="en-US" smtClean="0"/>
              <a:t>2/19/2026</a:t>
            </a:fld>
            <a:endParaRPr lang="en-US"/>
          </a:p>
        </p:txBody>
      </p:sp>
      <p:sp>
        <p:nvSpPr>
          <p:cNvPr id="5" name="Footer Placeholder 4">
            <a:extLst>
              <a:ext uri="{FF2B5EF4-FFF2-40B4-BE49-F238E27FC236}">
                <a16:creationId xmlns:a16="http://schemas.microsoft.com/office/drawing/2014/main" id="{2F6924FD-A567-8B0C-0344-8C97FB3CC5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E7CD16-69B3-2ABC-5140-27420164AC53}"/>
              </a:ext>
            </a:extLst>
          </p:cNvPr>
          <p:cNvSpPr>
            <a:spLocks noGrp="1"/>
          </p:cNvSpPr>
          <p:nvPr>
            <p:ph type="sldNum" sz="quarter" idx="12"/>
          </p:nvPr>
        </p:nvSpPr>
        <p:spPr/>
        <p:txBody>
          <a:bodyPr/>
          <a:lstStyle/>
          <a:p>
            <a:fld id="{2BC325A4-4055-4423-A309-45B4ECADF879}" type="slidenum">
              <a:rPr lang="en-US" smtClean="0"/>
              <a:t>‹#›</a:t>
            </a:fld>
            <a:endParaRPr lang="en-US"/>
          </a:p>
        </p:txBody>
      </p:sp>
    </p:spTree>
    <p:extLst>
      <p:ext uri="{BB962C8B-B14F-4D97-AF65-F5344CB8AC3E}">
        <p14:creationId xmlns:p14="http://schemas.microsoft.com/office/powerpoint/2010/main" val="505827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C1B47A-1B38-315D-EDFF-2D4797C4C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3F9C4B-AEC0-B1EE-5DD9-2D84845187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027D14-0DF7-A3B3-681E-10DD928490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6595B4-1A15-46D8-A6BF-A8391E8DCA17}" type="datetimeFigureOut">
              <a:rPr lang="en-US" smtClean="0"/>
              <a:t>2/19/2026</a:t>
            </a:fld>
            <a:endParaRPr lang="en-US"/>
          </a:p>
        </p:txBody>
      </p:sp>
      <p:sp>
        <p:nvSpPr>
          <p:cNvPr id="5" name="Footer Placeholder 4">
            <a:extLst>
              <a:ext uri="{FF2B5EF4-FFF2-40B4-BE49-F238E27FC236}">
                <a16:creationId xmlns:a16="http://schemas.microsoft.com/office/drawing/2014/main" id="{BE4514C1-E705-64B5-3D8B-F39335784E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E67CD0E-1CE7-47E3-C804-8D42FD7E49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C325A4-4055-4423-A309-45B4ECADF879}" type="slidenum">
              <a:rPr lang="en-US" smtClean="0"/>
              <a:t>‹#›</a:t>
            </a:fld>
            <a:endParaRPr lang="en-US"/>
          </a:p>
        </p:txBody>
      </p:sp>
    </p:spTree>
    <p:extLst>
      <p:ext uri="{BB962C8B-B14F-4D97-AF65-F5344CB8AC3E}">
        <p14:creationId xmlns:p14="http://schemas.microsoft.com/office/powerpoint/2010/main" val="3265684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76084D-04E4-2B3E-B9A9-2723DA6CC0AA}"/>
              </a:ext>
            </a:extLst>
          </p:cNvPr>
          <p:cNvSpPr>
            <a:spLocks noGrp="1"/>
          </p:cNvSpPr>
          <p:nvPr>
            <p:ph type="ctrTitle"/>
          </p:nvPr>
        </p:nvSpPr>
        <p:spPr>
          <a:xfrm>
            <a:off x="1349115" y="1030405"/>
            <a:ext cx="9503764" cy="3496625"/>
          </a:xfrm>
        </p:spPr>
        <p:txBody>
          <a:bodyPr anchor="ctr">
            <a:normAutofit/>
          </a:bodyPr>
          <a:lstStyle/>
          <a:p>
            <a:r>
              <a:rPr lang="en-US" b="1" dirty="0">
                <a:solidFill>
                  <a:srgbClr val="FFFFFF"/>
                </a:solidFill>
                <a:effectLst>
                  <a:outerShdw blurRad="38100" dist="38100" dir="2700000" algn="tl">
                    <a:srgbClr val="000000">
                      <a:alpha val="43137"/>
                    </a:srgbClr>
                  </a:outerShdw>
                </a:effectLst>
              </a:rPr>
              <a:t>Simple Study Group Finder Web Application</a:t>
            </a:r>
          </a:p>
        </p:txBody>
      </p:sp>
      <p:sp>
        <p:nvSpPr>
          <p:cNvPr id="3" name="Subtitle 2">
            <a:extLst>
              <a:ext uri="{FF2B5EF4-FFF2-40B4-BE49-F238E27FC236}">
                <a16:creationId xmlns:a16="http://schemas.microsoft.com/office/drawing/2014/main" id="{39EAED0C-5A5B-03E1-5380-E5A39D88A014}"/>
              </a:ext>
            </a:extLst>
          </p:cNvPr>
          <p:cNvSpPr>
            <a:spLocks noGrp="1"/>
          </p:cNvSpPr>
          <p:nvPr>
            <p:ph type="subTitle" idx="1"/>
          </p:nvPr>
        </p:nvSpPr>
        <p:spPr>
          <a:xfrm>
            <a:off x="1559943" y="5171093"/>
            <a:ext cx="9078628" cy="860620"/>
          </a:xfrm>
        </p:spPr>
        <p:txBody>
          <a:bodyPr anchor="ctr">
            <a:normAutofit/>
          </a:bodyPr>
          <a:lstStyle/>
          <a:p>
            <a:r>
              <a:rPr lang="en-US" sz="2200">
                <a:solidFill>
                  <a:srgbClr val="FFFFFF"/>
                </a:solidFill>
              </a:rPr>
              <a:t>[Name]</a:t>
            </a:r>
          </a:p>
          <a:p>
            <a:r>
              <a:rPr lang="en-US" sz="2200">
                <a:solidFill>
                  <a:srgbClr val="FFFFFF"/>
                </a:solidFill>
              </a:rPr>
              <a:t>[Date]</a:t>
            </a:r>
          </a:p>
        </p:txBody>
      </p:sp>
    </p:spTree>
    <p:extLst>
      <p:ext uri="{BB962C8B-B14F-4D97-AF65-F5344CB8AC3E}">
        <p14:creationId xmlns:p14="http://schemas.microsoft.com/office/powerpoint/2010/main" val="2700132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FCE2F-F877-4566-1476-A9F06DACB25E}"/>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Project Goal &amp; Problem Statement</a:t>
            </a:r>
          </a:p>
        </p:txBody>
      </p:sp>
      <p:graphicFrame>
        <p:nvGraphicFramePr>
          <p:cNvPr id="6" name="Content Placeholder 5">
            <a:extLst>
              <a:ext uri="{FF2B5EF4-FFF2-40B4-BE49-F238E27FC236}">
                <a16:creationId xmlns:a16="http://schemas.microsoft.com/office/drawing/2014/main" id="{2F275F04-D04A-0D93-1296-B10EC32C40AD}"/>
              </a:ext>
            </a:extLst>
          </p:cNvPr>
          <p:cNvGraphicFramePr>
            <a:graphicFrameLocks noGrp="1"/>
          </p:cNvGraphicFramePr>
          <p:nvPr>
            <p:ph idx="1"/>
            <p:extLst>
              <p:ext uri="{D42A27DB-BD31-4B8C-83A1-F6EECF244321}">
                <p14:modId xmlns:p14="http://schemas.microsoft.com/office/powerpoint/2010/main" val="1613730221"/>
              </p:ext>
            </p:extLst>
          </p:nvPr>
        </p:nvGraphicFramePr>
        <p:xfrm>
          <a:off x="282614" y="1481557"/>
          <a:ext cx="6500150" cy="40348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5F17AD4B-9593-864C-5662-34ED94E62AE7}"/>
              </a:ext>
            </a:extLst>
          </p:cNvPr>
          <p:cNvGraphicFramePr/>
          <p:nvPr>
            <p:extLst>
              <p:ext uri="{D42A27DB-BD31-4B8C-83A1-F6EECF244321}">
                <p14:modId xmlns:p14="http://schemas.microsoft.com/office/powerpoint/2010/main" val="2999586287"/>
              </p:ext>
            </p:extLst>
          </p:nvPr>
        </p:nvGraphicFramePr>
        <p:xfrm>
          <a:off x="5997615" y="3333505"/>
          <a:ext cx="5819172" cy="295481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42820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21D39-4966-8358-A054-500EEDE23353}"/>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System Architecture</a:t>
            </a:r>
          </a:p>
        </p:txBody>
      </p:sp>
      <p:graphicFrame>
        <p:nvGraphicFramePr>
          <p:cNvPr id="4" name="Content Placeholder 3">
            <a:extLst>
              <a:ext uri="{FF2B5EF4-FFF2-40B4-BE49-F238E27FC236}">
                <a16:creationId xmlns:a16="http://schemas.microsoft.com/office/drawing/2014/main" id="{AD4BB4DE-ACDE-ED0B-96E3-8D4DC87AC455}"/>
              </a:ext>
            </a:extLst>
          </p:cNvPr>
          <p:cNvGraphicFramePr>
            <a:graphicFrameLocks noGrp="1"/>
          </p:cNvGraphicFramePr>
          <p:nvPr>
            <p:ph idx="1"/>
            <p:extLst>
              <p:ext uri="{D42A27DB-BD31-4B8C-83A1-F6EECF244321}">
                <p14:modId xmlns:p14="http://schemas.microsoft.com/office/powerpoint/2010/main" val="3247429831"/>
              </p:ext>
            </p:extLst>
          </p:nvPr>
        </p:nvGraphicFramePr>
        <p:xfrm>
          <a:off x="204969" y="2175392"/>
          <a:ext cx="6887901" cy="36696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0" name="Group 29">
            <a:extLst>
              <a:ext uri="{FF2B5EF4-FFF2-40B4-BE49-F238E27FC236}">
                <a16:creationId xmlns:a16="http://schemas.microsoft.com/office/drawing/2014/main" id="{050EBCD2-4565-4BD7-48B8-0991C1E05EA6}"/>
              </a:ext>
            </a:extLst>
          </p:cNvPr>
          <p:cNvGrpSpPr/>
          <p:nvPr/>
        </p:nvGrpSpPr>
        <p:grpSpPr>
          <a:xfrm>
            <a:off x="7245752" y="1110647"/>
            <a:ext cx="4108048" cy="5382228"/>
            <a:chOff x="7454096" y="659757"/>
            <a:chExt cx="4108048" cy="5382228"/>
          </a:xfrm>
        </p:grpSpPr>
        <p:sp>
          <p:nvSpPr>
            <p:cNvPr id="7" name="Rectangle 6">
              <a:extLst>
                <a:ext uri="{FF2B5EF4-FFF2-40B4-BE49-F238E27FC236}">
                  <a16:creationId xmlns:a16="http://schemas.microsoft.com/office/drawing/2014/main" id="{F27F20A8-C1DC-DF55-8F65-1009F2506B4D}"/>
                </a:ext>
              </a:extLst>
            </p:cNvPr>
            <p:cNvSpPr/>
            <p:nvPr/>
          </p:nvSpPr>
          <p:spPr>
            <a:xfrm>
              <a:off x="7454096" y="659757"/>
              <a:ext cx="2534856" cy="94912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User</a:t>
              </a:r>
            </a:p>
          </p:txBody>
        </p:sp>
        <p:sp>
          <p:nvSpPr>
            <p:cNvPr id="8" name="Rectangle 7">
              <a:extLst>
                <a:ext uri="{FF2B5EF4-FFF2-40B4-BE49-F238E27FC236}">
                  <a16:creationId xmlns:a16="http://schemas.microsoft.com/office/drawing/2014/main" id="{82F88D77-A6B3-F90D-4452-D4F2289F2215}"/>
                </a:ext>
              </a:extLst>
            </p:cNvPr>
            <p:cNvSpPr/>
            <p:nvPr/>
          </p:nvSpPr>
          <p:spPr>
            <a:xfrm>
              <a:off x="7454096" y="2025299"/>
              <a:ext cx="2534856" cy="94912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Browser (Frontend JS)</a:t>
              </a:r>
            </a:p>
          </p:txBody>
        </p:sp>
        <p:sp>
          <p:nvSpPr>
            <p:cNvPr id="9" name="Rectangle 8">
              <a:extLst>
                <a:ext uri="{FF2B5EF4-FFF2-40B4-BE49-F238E27FC236}">
                  <a16:creationId xmlns:a16="http://schemas.microsoft.com/office/drawing/2014/main" id="{904BE1DA-693E-5237-6448-38F23D82A87C}"/>
                </a:ext>
              </a:extLst>
            </p:cNvPr>
            <p:cNvSpPr/>
            <p:nvPr/>
          </p:nvSpPr>
          <p:spPr>
            <a:xfrm>
              <a:off x="9027288" y="3559351"/>
              <a:ext cx="2534856" cy="94912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Express Server</a:t>
              </a:r>
            </a:p>
          </p:txBody>
        </p:sp>
        <p:sp>
          <p:nvSpPr>
            <p:cNvPr id="10" name="Rectangle 9">
              <a:extLst>
                <a:ext uri="{FF2B5EF4-FFF2-40B4-BE49-F238E27FC236}">
                  <a16:creationId xmlns:a16="http://schemas.microsoft.com/office/drawing/2014/main" id="{0BC4FCCA-2DA2-7B1C-1178-4AA46104645A}"/>
                </a:ext>
              </a:extLst>
            </p:cNvPr>
            <p:cNvSpPr/>
            <p:nvPr/>
          </p:nvSpPr>
          <p:spPr>
            <a:xfrm>
              <a:off x="7454096" y="5092861"/>
              <a:ext cx="2534856" cy="94912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In-Memory Data</a:t>
              </a:r>
            </a:p>
          </p:txBody>
        </p:sp>
        <p:cxnSp>
          <p:nvCxnSpPr>
            <p:cNvPr id="12" name="Straight Arrow Connector 11">
              <a:extLst>
                <a:ext uri="{FF2B5EF4-FFF2-40B4-BE49-F238E27FC236}">
                  <a16:creationId xmlns:a16="http://schemas.microsoft.com/office/drawing/2014/main" id="{17972E49-80EA-9C72-A686-37D628082327}"/>
                </a:ext>
              </a:extLst>
            </p:cNvPr>
            <p:cNvCxnSpPr>
              <a:stCxn id="7" idx="2"/>
              <a:endCxn id="8" idx="0"/>
            </p:cNvCxnSpPr>
            <p:nvPr/>
          </p:nvCxnSpPr>
          <p:spPr>
            <a:xfrm>
              <a:off x="8721524" y="1608881"/>
              <a:ext cx="0" cy="4164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Connector: Elbow 24">
              <a:extLst>
                <a:ext uri="{FF2B5EF4-FFF2-40B4-BE49-F238E27FC236}">
                  <a16:creationId xmlns:a16="http://schemas.microsoft.com/office/drawing/2014/main" id="{3D2DD678-782F-363E-A0DF-73E0E22A5E77}"/>
                </a:ext>
              </a:extLst>
            </p:cNvPr>
            <p:cNvCxnSpPr>
              <a:stCxn id="8" idx="3"/>
              <a:endCxn id="9" idx="3"/>
            </p:cNvCxnSpPr>
            <p:nvPr/>
          </p:nvCxnSpPr>
          <p:spPr>
            <a:xfrm>
              <a:off x="9988952" y="2499861"/>
              <a:ext cx="1573192" cy="1534052"/>
            </a:xfrm>
            <a:prstGeom prst="bentConnector3">
              <a:avLst>
                <a:gd name="adj1" fmla="val 114531"/>
              </a:avLst>
            </a:prstGeom>
            <a:ln>
              <a:tailEnd type="triangle"/>
            </a:ln>
          </p:spPr>
          <p:style>
            <a:lnRef idx="2">
              <a:schemeClr val="dk1"/>
            </a:lnRef>
            <a:fillRef idx="0">
              <a:schemeClr val="dk1"/>
            </a:fillRef>
            <a:effectRef idx="1">
              <a:schemeClr val="dk1"/>
            </a:effectRef>
            <a:fontRef idx="minor">
              <a:schemeClr val="tx1"/>
            </a:fontRef>
          </p:style>
        </p:cxnSp>
        <p:cxnSp>
          <p:nvCxnSpPr>
            <p:cNvPr id="27" name="Connector: Elbow 26">
              <a:extLst>
                <a:ext uri="{FF2B5EF4-FFF2-40B4-BE49-F238E27FC236}">
                  <a16:creationId xmlns:a16="http://schemas.microsoft.com/office/drawing/2014/main" id="{F89A0AED-68AB-3CF2-7F95-46F82511049B}"/>
                </a:ext>
              </a:extLst>
            </p:cNvPr>
            <p:cNvCxnSpPr>
              <a:stCxn id="9" idx="1"/>
              <a:endCxn id="10" idx="0"/>
            </p:cNvCxnSpPr>
            <p:nvPr/>
          </p:nvCxnSpPr>
          <p:spPr>
            <a:xfrm rot="10800000" flipV="1">
              <a:off x="8721524" y="4033913"/>
              <a:ext cx="305764" cy="105894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1922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7B6017-90F8-AED4-FF31-D7E3D7BECF35}"/>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b="1">
                <a:effectLst>
                  <a:outerShdw blurRad="38100" dist="38100" dir="2700000" algn="tl">
                    <a:srgbClr val="000000">
                      <a:alpha val="43137"/>
                    </a:srgbClr>
                  </a:outerShdw>
                </a:effectLst>
              </a:rPr>
              <a:t>Modules / Building Blocks</a:t>
            </a:r>
          </a:p>
        </p:txBody>
      </p:sp>
      <p:sp>
        <p:nvSpPr>
          <p:cNvPr id="9" name="Rectangle 2">
            <a:extLst>
              <a:ext uri="{FF2B5EF4-FFF2-40B4-BE49-F238E27FC236}">
                <a16:creationId xmlns:a16="http://schemas.microsoft.com/office/drawing/2014/main" id="{859DD88D-7857-48C4-D299-C39F0C634437}"/>
              </a:ext>
            </a:extLst>
          </p:cNvPr>
          <p:cNvSpPr>
            <a:spLocks noChangeArrowheads="1"/>
          </p:cNvSpPr>
          <p:nvPr/>
        </p:nvSpPr>
        <p:spPr bwMode="auto">
          <a:xfrm>
            <a:off x="6565691" y="2070966"/>
            <a:ext cx="4622999" cy="54384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algn="r" fontAlgn="base">
              <a:lnSpc>
                <a:spcPct val="90000"/>
              </a:lnSpc>
              <a:spcBef>
                <a:spcPts val="1000"/>
              </a:spcBef>
              <a:spcAft>
                <a:spcPct val="0"/>
              </a:spcAft>
              <a:buClrTx/>
              <a:buSzTx/>
              <a:tabLst/>
            </a:pPr>
            <a:r>
              <a:rPr kumimoji="0" lang="en-US" altLang="en-US" sz="2400" b="1" i="0" u="none" strike="noStrike" cap="none" normalizeH="0" baseline="0" dirty="0">
                <a:ln>
                  <a:noFill/>
                </a:ln>
                <a:effectLst/>
              </a:rPr>
              <a:t>Implemented Components</a:t>
            </a:r>
          </a:p>
        </p:txBody>
      </p:sp>
      <p:pic>
        <p:nvPicPr>
          <p:cNvPr id="11" name="Picture 10">
            <a:extLst>
              <a:ext uri="{FF2B5EF4-FFF2-40B4-BE49-F238E27FC236}">
                <a16:creationId xmlns:a16="http://schemas.microsoft.com/office/drawing/2014/main" id="{4A62E4C7-7C57-BD6E-7BE7-DE187CE92F1B}"/>
              </a:ext>
            </a:extLst>
          </p:cNvPr>
          <p:cNvPicPr>
            <a:picLocks noChangeAspect="1"/>
          </p:cNvPicPr>
          <p:nvPr/>
        </p:nvPicPr>
        <p:blipFill>
          <a:blip r:embed="rId3"/>
          <a:stretch>
            <a:fillRect/>
          </a:stretch>
        </p:blipFill>
        <p:spPr>
          <a:xfrm>
            <a:off x="145459" y="2671457"/>
            <a:ext cx="6079901" cy="3283145"/>
          </a:xfrm>
          <a:prstGeom prst="rect">
            <a:avLst/>
          </a:prstGeom>
        </p:spPr>
      </p:pic>
      <p:graphicFrame>
        <p:nvGraphicFramePr>
          <p:cNvPr id="8" name="Table 7">
            <a:extLst>
              <a:ext uri="{FF2B5EF4-FFF2-40B4-BE49-F238E27FC236}">
                <a16:creationId xmlns:a16="http://schemas.microsoft.com/office/drawing/2014/main" id="{350348C4-3845-AE2F-6CBF-4F2C1F8C747D}"/>
              </a:ext>
            </a:extLst>
          </p:cNvPr>
          <p:cNvGraphicFramePr>
            <a:graphicFrameLocks noGrp="1"/>
          </p:cNvGraphicFramePr>
          <p:nvPr>
            <p:extLst>
              <p:ext uri="{D42A27DB-BD31-4B8C-83A1-F6EECF244321}">
                <p14:modId xmlns:p14="http://schemas.microsoft.com/office/powerpoint/2010/main" val="3477980180"/>
              </p:ext>
            </p:extLst>
          </p:nvPr>
        </p:nvGraphicFramePr>
        <p:xfrm>
          <a:off x="6370820" y="2563318"/>
          <a:ext cx="5396459" cy="3499424"/>
        </p:xfrm>
        <a:graphic>
          <a:graphicData uri="http://schemas.openxmlformats.org/drawingml/2006/table">
            <a:tbl>
              <a:tblPr firstRow="1" bandRow="1">
                <a:tableStyleId>{5940675A-B579-460E-94D1-54222C63F5DA}</a:tableStyleId>
              </a:tblPr>
              <a:tblGrid>
                <a:gridCol w="2232298">
                  <a:extLst>
                    <a:ext uri="{9D8B030D-6E8A-4147-A177-3AD203B41FA5}">
                      <a16:colId xmlns:a16="http://schemas.microsoft.com/office/drawing/2014/main" val="56626262"/>
                    </a:ext>
                  </a:extLst>
                </a:gridCol>
                <a:gridCol w="3164161">
                  <a:extLst>
                    <a:ext uri="{9D8B030D-6E8A-4147-A177-3AD203B41FA5}">
                      <a16:colId xmlns:a16="http://schemas.microsoft.com/office/drawing/2014/main" val="1278526773"/>
                    </a:ext>
                  </a:extLst>
                </a:gridCol>
              </a:tblGrid>
              <a:tr h="536271">
                <a:tc>
                  <a:txBody>
                    <a:bodyPr/>
                    <a:lstStyle/>
                    <a:p>
                      <a:pPr algn="ctr">
                        <a:buNone/>
                      </a:pPr>
                      <a:r>
                        <a:rPr lang="en-US" sz="2200" b="1">
                          <a:latin typeface="Arial" panose="020B0604020202020204" pitchFamily="34" charset="0"/>
                          <a:cs typeface="Arial" panose="020B0604020202020204" pitchFamily="34" charset="0"/>
                        </a:rPr>
                        <a:t>Module</a:t>
                      </a:r>
                    </a:p>
                  </a:txBody>
                  <a:tcPr marL="99949" marR="99949" marT="49974" marB="49974" anchor="ctr">
                    <a:solidFill>
                      <a:schemeClr val="bg2">
                        <a:lumMod val="90000"/>
                      </a:schemeClr>
                    </a:solidFill>
                  </a:tcPr>
                </a:tc>
                <a:tc>
                  <a:txBody>
                    <a:bodyPr/>
                    <a:lstStyle/>
                    <a:p>
                      <a:pPr algn="ctr">
                        <a:buNone/>
                      </a:pPr>
                      <a:r>
                        <a:rPr lang="en-US" sz="2200" b="1" dirty="0">
                          <a:latin typeface="Arial" panose="020B0604020202020204" pitchFamily="34" charset="0"/>
                          <a:cs typeface="Arial" panose="020B0604020202020204" pitchFamily="34" charset="0"/>
                        </a:rPr>
                        <a:t>Responsibility</a:t>
                      </a:r>
                    </a:p>
                  </a:txBody>
                  <a:tcPr marL="99949" marR="99949" marT="49974" marB="49974" anchor="ctr">
                    <a:solidFill>
                      <a:schemeClr val="bg2">
                        <a:lumMod val="90000"/>
                      </a:schemeClr>
                    </a:solidFill>
                  </a:tcPr>
                </a:tc>
                <a:extLst>
                  <a:ext uri="{0D108BD9-81ED-4DB2-BD59-A6C34878D82A}">
                    <a16:rowId xmlns:a16="http://schemas.microsoft.com/office/drawing/2014/main" val="3571778903"/>
                  </a:ext>
                </a:extLst>
              </a:tr>
              <a:tr h="659453">
                <a:tc>
                  <a:txBody>
                    <a:bodyPr/>
                    <a:lstStyle/>
                    <a:p>
                      <a:pPr algn="ctr">
                        <a:buNone/>
                      </a:pPr>
                      <a:r>
                        <a:rPr lang="en-US" sz="1700">
                          <a:latin typeface="Arial" panose="020B0604020202020204" pitchFamily="34" charset="0"/>
                          <a:cs typeface="Arial" panose="020B0604020202020204" pitchFamily="34" charset="0"/>
                        </a:rPr>
                        <a:t>Authentication</a:t>
                      </a:r>
                    </a:p>
                  </a:txBody>
                  <a:tcPr marL="99949" marR="99949" marT="49974" marB="49974" anchor="ctr"/>
                </a:tc>
                <a:tc>
                  <a:txBody>
                    <a:bodyPr/>
                    <a:lstStyle/>
                    <a:p>
                      <a:pPr algn="ctr">
                        <a:buNone/>
                      </a:pPr>
                      <a:r>
                        <a:rPr lang="en-US" sz="1700" dirty="0">
                          <a:latin typeface="Arial" panose="020B0604020202020204" pitchFamily="34" charset="0"/>
                          <a:cs typeface="Arial" panose="020B0604020202020204" pitchFamily="34" charset="0"/>
                        </a:rPr>
                        <a:t>User login &amp; profile initialization</a:t>
                      </a:r>
                    </a:p>
                  </a:txBody>
                  <a:tcPr marL="99949" marR="99949" marT="49974" marB="49974" anchor="ctr"/>
                </a:tc>
                <a:extLst>
                  <a:ext uri="{0D108BD9-81ED-4DB2-BD59-A6C34878D82A}">
                    <a16:rowId xmlns:a16="http://schemas.microsoft.com/office/drawing/2014/main" val="238481354"/>
                  </a:ext>
                </a:extLst>
              </a:tr>
              <a:tr h="460740">
                <a:tc>
                  <a:txBody>
                    <a:bodyPr/>
                    <a:lstStyle/>
                    <a:p>
                      <a:pPr algn="ctr">
                        <a:buNone/>
                      </a:pPr>
                      <a:r>
                        <a:rPr lang="en-US" sz="1700">
                          <a:latin typeface="Arial" panose="020B0604020202020204" pitchFamily="34" charset="0"/>
                          <a:cs typeface="Arial" panose="020B0604020202020204" pitchFamily="34" charset="0"/>
                        </a:rPr>
                        <a:t>Course Management</a:t>
                      </a:r>
                    </a:p>
                  </a:txBody>
                  <a:tcPr marL="99949" marR="99949" marT="49974" marB="49974" anchor="ctr"/>
                </a:tc>
                <a:tc>
                  <a:txBody>
                    <a:bodyPr/>
                    <a:lstStyle/>
                    <a:p>
                      <a:pPr algn="ctr">
                        <a:buNone/>
                      </a:pPr>
                      <a:r>
                        <a:rPr lang="en-US" sz="1700">
                          <a:latin typeface="Arial" panose="020B0604020202020204" pitchFamily="34" charset="0"/>
                          <a:cs typeface="Arial" panose="020B0604020202020204" pitchFamily="34" charset="0"/>
                        </a:rPr>
                        <a:t>Add/remove enrolled courses</a:t>
                      </a:r>
                    </a:p>
                  </a:txBody>
                  <a:tcPr marL="99949" marR="99949" marT="49974" marB="49974" anchor="ctr"/>
                </a:tc>
                <a:extLst>
                  <a:ext uri="{0D108BD9-81ED-4DB2-BD59-A6C34878D82A}">
                    <a16:rowId xmlns:a16="http://schemas.microsoft.com/office/drawing/2014/main" val="365857871"/>
                  </a:ext>
                </a:extLst>
              </a:tr>
              <a:tr h="460740">
                <a:tc>
                  <a:txBody>
                    <a:bodyPr/>
                    <a:lstStyle/>
                    <a:p>
                      <a:pPr algn="ctr">
                        <a:buNone/>
                      </a:pPr>
                      <a:r>
                        <a:rPr lang="en-US" sz="1700">
                          <a:latin typeface="Arial" panose="020B0604020202020204" pitchFamily="34" charset="0"/>
                          <a:cs typeface="Arial" panose="020B0604020202020204" pitchFamily="34" charset="0"/>
                        </a:rPr>
                        <a:t>Group Marketplace</a:t>
                      </a:r>
                    </a:p>
                  </a:txBody>
                  <a:tcPr marL="99949" marR="99949" marT="49974" marB="49974" anchor="ctr"/>
                </a:tc>
                <a:tc>
                  <a:txBody>
                    <a:bodyPr/>
                    <a:lstStyle/>
                    <a:p>
                      <a:pPr algn="ctr">
                        <a:buNone/>
                      </a:pPr>
                      <a:r>
                        <a:rPr lang="en-US" sz="1700">
                          <a:latin typeface="Arial" panose="020B0604020202020204" pitchFamily="34" charset="0"/>
                          <a:cs typeface="Arial" panose="020B0604020202020204" pitchFamily="34" charset="0"/>
                        </a:rPr>
                        <a:t>Discover &amp; filter study groups</a:t>
                      </a:r>
                    </a:p>
                  </a:txBody>
                  <a:tcPr marL="99949" marR="99949" marT="49974" marB="49974" anchor="ctr"/>
                </a:tc>
                <a:extLst>
                  <a:ext uri="{0D108BD9-81ED-4DB2-BD59-A6C34878D82A}">
                    <a16:rowId xmlns:a16="http://schemas.microsoft.com/office/drawing/2014/main" val="2118408979"/>
                  </a:ext>
                </a:extLst>
              </a:tr>
              <a:tr h="460740">
                <a:tc>
                  <a:txBody>
                    <a:bodyPr/>
                    <a:lstStyle/>
                    <a:p>
                      <a:pPr algn="ctr">
                        <a:buNone/>
                      </a:pPr>
                      <a:r>
                        <a:rPr lang="en-US" sz="1700">
                          <a:latin typeface="Arial" panose="020B0604020202020204" pitchFamily="34" charset="0"/>
                          <a:cs typeface="Arial" panose="020B0604020202020204" pitchFamily="34" charset="0"/>
                        </a:rPr>
                        <a:t>Group Creation</a:t>
                      </a:r>
                    </a:p>
                  </a:txBody>
                  <a:tcPr marL="99949" marR="99949" marT="49974" marB="49974" anchor="ctr"/>
                </a:tc>
                <a:tc>
                  <a:txBody>
                    <a:bodyPr/>
                    <a:lstStyle/>
                    <a:p>
                      <a:pPr algn="ctr">
                        <a:buNone/>
                      </a:pPr>
                      <a:r>
                        <a:rPr lang="en-US" sz="1700">
                          <a:latin typeface="Arial" panose="020B0604020202020204" pitchFamily="34" charset="0"/>
                          <a:cs typeface="Arial" panose="020B0604020202020204" pitchFamily="34" charset="0"/>
                        </a:rPr>
                        <a:t>Publish new study groups</a:t>
                      </a:r>
                    </a:p>
                  </a:txBody>
                  <a:tcPr marL="99949" marR="99949" marT="49974" marB="49974" anchor="ctr"/>
                </a:tc>
                <a:extLst>
                  <a:ext uri="{0D108BD9-81ED-4DB2-BD59-A6C34878D82A}">
                    <a16:rowId xmlns:a16="http://schemas.microsoft.com/office/drawing/2014/main" val="487187538"/>
                  </a:ext>
                </a:extLst>
              </a:tr>
              <a:tr h="460740">
                <a:tc>
                  <a:txBody>
                    <a:bodyPr/>
                    <a:lstStyle/>
                    <a:p>
                      <a:pPr algn="ctr">
                        <a:buNone/>
                      </a:pPr>
                      <a:r>
                        <a:rPr lang="en-US" sz="1700">
                          <a:latin typeface="Arial" panose="020B0604020202020204" pitchFamily="34" charset="0"/>
                          <a:cs typeface="Arial" panose="020B0604020202020204" pitchFamily="34" charset="0"/>
                        </a:rPr>
                        <a:t>Join System</a:t>
                      </a:r>
                    </a:p>
                  </a:txBody>
                  <a:tcPr marL="99949" marR="99949" marT="49974" marB="49974" anchor="ctr"/>
                </a:tc>
                <a:tc>
                  <a:txBody>
                    <a:bodyPr/>
                    <a:lstStyle/>
                    <a:p>
                      <a:pPr algn="ctr">
                        <a:buNone/>
                      </a:pPr>
                      <a:r>
                        <a:rPr lang="en-US" sz="1700">
                          <a:latin typeface="Arial" panose="020B0604020202020204" pitchFamily="34" charset="0"/>
                          <a:cs typeface="Arial" panose="020B0604020202020204" pitchFamily="34" charset="0"/>
                        </a:rPr>
                        <a:t>Join groups with validation</a:t>
                      </a:r>
                    </a:p>
                  </a:txBody>
                  <a:tcPr marL="99949" marR="99949" marT="49974" marB="49974" anchor="ctr"/>
                </a:tc>
                <a:extLst>
                  <a:ext uri="{0D108BD9-81ED-4DB2-BD59-A6C34878D82A}">
                    <a16:rowId xmlns:a16="http://schemas.microsoft.com/office/drawing/2014/main" val="2157351623"/>
                  </a:ext>
                </a:extLst>
              </a:tr>
              <a:tr h="460740">
                <a:tc>
                  <a:txBody>
                    <a:bodyPr/>
                    <a:lstStyle/>
                    <a:p>
                      <a:pPr algn="ctr">
                        <a:buNone/>
                      </a:pPr>
                      <a:r>
                        <a:rPr lang="en-US" sz="1700">
                          <a:latin typeface="Arial" panose="020B0604020202020204" pitchFamily="34" charset="0"/>
                          <a:cs typeface="Arial" panose="020B0604020202020204" pitchFamily="34" charset="0"/>
                        </a:rPr>
                        <a:t>Messaging UI</a:t>
                      </a:r>
                    </a:p>
                  </a:txBody>
                  <a:tcPr marL="99949" marR="99949" marT="49974" marB="49974" anchor="ctr"/>
                </a:tc>
                <a:tc>
                  <a:txBody>
                    <a:bodyPr/>
                    <a:lstStyle/>
                    <a:p>
                      <a:pPr algn="ctr">
                        <a:buNone/>
                      </a:pPr>
                      <a:r>
                        <a:rPr lang="en-US" sz="1700" dirty="0">
                          <a:latin typeface="Arial" panose="020B0604020202020204" pitchFamily="34" charset="0"/>
                          <a:cs typeface="Arial" panose="020B0604020202020204" pitchFamily="34" charset="0"/>
                        </a:rPr>
                        <a:t>Basic chat interface</a:t>
                      </a:r>
                    </a:p>
                  </a:txBody>
                  <a:tcPr marL="99949" marR="99949" marT="49974" marB="49974" anchor="ctr"/>
                </a:tc>
                <a:extLst>
                  <a:ext uri="{0D108BD9-81ED-4DB2-BD59-A6C34878D82A}">
                    <a16:rowId xmlns:a16="http://schemas.microsoft.com/office/drawing/2014/main" val="1947796171"/>
                  </a:ext>
                </a:extLst>
              </a:tr>
            </a:tbl>
          </a:graphicData>
        </a:graphic>
      </p:graphicFrame>
    </p:spTree>
    <p:extLst>
      <p:ext uri="{BB962C8B-B14F-4D97-AF65-F5344CB8AC3E}">
        <p14:creationId xmlns:p14="http://schemas.microsoft.com/office/powerpoint/2010/main" val="175790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6720-B134-56A4-A2DF-6E374813679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Frontend Design &amp; UI</a:t>
            </a:r>
          </a:p>
        </p:txBody>
      </p:sp>
      <p:graphicFrame>
        <p:nvGraphicFramePr>
          <p:cNvPr id="4" name="Content Placeholder 3">
            <a:extLst>
              <a:ext uri="{FF2B5EF4-FFF2-40B4-BE49-F238E27FC236}">
                <a16:creationId xmlns:a16="http://schemas.microsoft.com/office/drawing/2014/main" id="{1B8FA0ED-2C00-0F4D-C4A8-29B86B6F34D8}"/>
              </a:ext>
            </a:extLst>
          </p:cNvPr>
          <p:cNvGraphicFramePr>
            <a:graphicFrameLocks noGrp="1"/>
          </p:cNvGraphicFramePr>
          <p:nvPr>
            <p:ph idx="1"/>
            <p:extLst>
              <p:ext uri="{D42A27DB-BD31-4B8C-83A1-F6EECF244321}">
                <p14:modId xmlns:p14="http://schemas.microsoft.com/office/powerpoint/2010/main" val="1203728263"/>
              </p:ext>
            </p:extLst>
          </p:nvPr>
        </p:nvGraphicFramePr>
        <p:xfrm>
          <a:off x="221168" y="1767386"/>
          <a:ext cx="3436431" cy="39138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31027A87-0446-3A8E-3D19-2706A4A3BF14}"/>
              </a:ext>
            </a:extLst>
          </p:cNvPr>
          <p:cNvPicPr>
            <a:picLocks noChangeAspect="1"/>
          </p:cNvPicPr>
          <p:nvPr/>
        </p:nvPicPr>
        <p:blipFill>
          <a:blip r:embed="rId8"/>
          <a:stretch>
            <a:fillRect/>
          </a:stretch>
        </p:blipFill>
        <p:spPr>
          <a:xfrm>
            <a:off x="3912433" y="1812265"/>
            <a:ext cx="8058398" cy="3729887"/>
          </a:xfrm>
          <a:prstGeom prst="rect">
            <a:avLst/>
          </a:prstGeom>
        </p:spPr>
      </p:pic>
    </p:spTree>
    <p:extLst>
      <p:ext uri="{BB962C8B-B14F-4D97-AF65-F5344CB8AC3E}">
        <p14:creationId xmlns:p14="http://schemas.microsoft.com/office/powerpoint/2010/main" val="176472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82CD-343D-4CAD-8E0C-0E85AED85BA4}"/>
              </a:ext>
            </a:extLst>
          </p:cNvPr>
          <p:cNvSpPr>
            <a:spLocks noGrp="1"/>
          </p:cNvSpPr>
          <p:nvPr>
            <p:ph type="title"/>
          </p:nvPr>
        </p:nvSpPr>
        <p:spPr>
          <a:xfrm>
            <a:off x="667512" y="237566"/>
            <a:ext cx="10515600" cy="1325563"/>
          </a:xfrm>
        </p:spPr>
        <p:txBody>
          <a:bodyPr/>
          <a:lstStyle/>
          <a:p>
            <a:r>
              <a:rPr lang="en-US"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Backend Implementation</a:t>
            </a:r>
          </a:p>
        </p:txBody>
      </p:sp>
      <p:graphicFrame>
        <p:nvGraphicFramePr>
          <p:cNvPr id="6" name="Table 5">
            <a:extLst>
              <a:ext uri="{FF2B5EF4-FFF2-40B4-BE49-F238E27FC236}">
                <a16:creationId xmlns:a16="http://schemas.microsoft.com/office/drawing/2014/main" id="{E58676E9-3D2E-9A1C-3D7A-FA1B78D2353F}"/>
              </a:ext>
            </a:extLst>
          </p:cNvPr>
          <p:cNvGraphicFramePr>
            <a:graphicFrameLocks noGrp="1"/>
          </p:cNvGraphicFramePr>
          <p:nvPr>
            <p:extLst>
              <p:ext uri="{D42A27DB-BD31-4B8C-83A1-F6EECF244321}">
                <p14:modId xmlns:p14="http://schemas.microsoft.com/office/powerpoint/2010/main" val="2877606837"/>
              </p:ext>
            </p:extLst>
          </p:nvPr>
        </p:nvGraphicFramePr>
        <p:xfrm>
          <a:off x="1008888" y="2218357"/>
          <a:ext cx="5087112" cy="3129795"/>
        </p:xfrm>
        <a:graphic>
          <a:graphicData uri="http://schemas.openxmlformats.org/drawingml/2006/table">
            <a:tbl>
              <a:tblPr>
                <a:tableStyleId>{5940675A-B579-460E-94D1-54222C63F5DA}</a:tableStyleId>
              </a:tblPr>
              <a:tblGrid>
                <a:gridCol w="1695704">
                  <a:extLst>
                    <a:ext uri="{9D8B030D-6E8A-4147-A177-3AD203B41FA5}">
                      <a16:colId xmlns:a16="http://schemas.microsoft.com/office/drawing/2014/main" val="32140550"/>
                    </a:ext>
                  </a:extLst>
                </a:gridCol>
                <a:gridCol w="1695704">
                  <a:extLst>
                    <a:ext uri="{9D8B030D-6E8A-4147-A177-3AD203B41FA5}">
                      <a16:colId xmlns:a16="http://schemas.microsoft.com/office/drawing/2014/main" val="114417296"/>
                    </a:ext>
                  </a:extLst>
                </a:gridCol>
                <a:gridCol w="1695704">
                  <a:extLst>
                    <a:ext uri="{9D8B030D-6E8A-4147-A177-3AD203B41FA5}">
                      <a16:colId xmlns:a16="http://schemas.microsoft.com/office/drawing/2014/main" val="4050542497"/>
                    </a:ext>
                  </a:extLst>
                </a:gridCol>
              </a:tblGrid>
              <a:tr h="385281">
                <a:tc>
                  <a:txBody>
                    <a:bodyPr/>
                    <a:lstStyle/>
                    <a:p>
                      <a:pPr algn="ctr">
                        <a:buNone/>
                      </a:pPr>
                      <a:r>
                        <a:rPr lang="en-US" sz="1600" b="1"/>
                        <a:t>Method</a:t>
                      </a:r>
                    </a:p>
                  </a:txBody>
                  <a:tcPr anchor="ctr">
                    <a:solidFill>
                      <a:schemeClr val="bg2">
                        <a:lumMod val="90000"/>
                      </a:schemeClr>
                    </a:solidFill>
                  </a:tcPr>
                </a:tc>
                <a:tc>
                  <a:txBody>
                    <a:bodyPr/>
                    <a:lstStyle/>
                    <a:p>
                      <a:pPr algn="ctr">
                        <a:buNone/>
                      </a:pPr>
                      <a:r>
                        <a:rPr lang="en-US" sz="1600" b="1"/>
                        <a:t>Endpoint</a:t>
                      </a:r>
                    </a:p>
                  </a:txBody>
                  <a:tcPr anchor="ctr">
                    <a:solidFill>
                      <a:schemeClr val="bg2">
                        <a:lumMod val="90000"/>
                      </a:schemeClr>
                    </a:solidFill>
                  </a:tcPr>
                </a:tc>
                <a:tc>
                  <a:txBody>
                    <a:bodyPr/>
                    <a:lstStyle/>
                    <a:p>
                      <a:pPr algn="ctr">
                        <a:buNone/>
                      </a:pPr>
                      <a:r>
                        <a:rPr lang="en-US" sz="1600" b="1" dirty="0"/>
                        <a:t>Purpose</a:t>
                      </a:r>
                    </a:p>
                  </a:txBody>
                  <a:tcPr anchor="ctr">
                    <a:solidFill>
                      <a:schemeClr val="bg2">
                        <a:lumMod val="90000"/>
                      </a:schemeClr>
                    </a:solidFill>
                  </a:tcPr>
                </a:tc>
                <a:extLst>
                  <a:ext uri="{0D108BD9-81ED-4DB2-BD59-A6C34878D82A}">
                    <a16:rowId xmlns:a16="http://schemas.microsoft.com/office/drawing/2014/main" val="1099969627"/>
                  </a:ext>
                </a:extLst>
              </a:tr>
              <a:tr h="624270">
                <a:tc>
                  <a:txBody>
                    <a:bodyPr/>
                    <a:lstStyle/>
                    <a:p>
                      <a:pPr algn="ctr">
                        <a:buNone/>
                      </a:pPr>
                      <a:r>
                        <a:rPr lang="en-US" sz="1600"/>
                        <a:t>POST</a:t>
                      </a:r>
                    </a:p>
                  </a:txBody>
                  <a:tcPr anchor="ctr"/>
                </a:tc>
                <a:tc>
                  <a:txBody>
                    <a:bodyPr/>
                    <a:lstStyle/>
                    <a:p>
                      <a:pPr algn="ctr">
                        <a:buNone/>
                      </a:pPr>
                      <a:r>
                        <a:rPr lang="en-US" sz="1600" dirty="0"/>
                        <a:t>/login</a:t>
                      </a:r>
                    </a:p>
                  </a:txBody>
                  <a:tcPr anchor="ctr"/>
                </a:tc>
                <a:tc>
                  <a:txBody>
                    <a:bodyPr/>
                    <a:lstStyle/>
                    <a:p>
                      <a:pPr algn="ctr">
                        <a:buNone/>
                      </a:pPr>
                      <a:r>
                        <a:rPr lang="en-US" sz="1600"/>
                        <a:t>User authentication</a:t>
                      </a:r>
                    </a:p>
                  </a:txBody>
                  <a:tcPr anchor="ctr"/>
                </a:tc>
                <a:extLst>
                  <a:ext uri="{0D108BD9-81ED-4DB2-BD59-A6C34878D82A}">
                    <a16:rowId xmlns:a16="http://schemas.microsoft.com/office/drawing/2014/main" val="3080253925"/>
                  </a:ext>
                </a:extLst>
              </a:tr>
              <a:tr h="385281">
                <a:tc>
                  <a:txBody>
                    <a:bodyPr/>
                    <a:lstStyle/>
                    <a:p>
                      <a:pPr algn="ctr">
                        <a:buNone/>
                      </a:pPr>
                      <a:r>
                        <a:rPr lang="en-US" sz="1600" dirty="0"/>
                        <a:t>GET</a:t>
                      </a:r>
                    </a:p>
                  </a:txBody>
                  <a:tcPr anchor="ctr"/>
                </a:tc>
                <a:tc>
                  <a:txBody>
                    <a:bodyPr/>
                    <a:lstStyle/>
                    <a:p>
                      <a:pPr algn="ctr">
                        <a:buNone/>
                      </a:pPr>
                      <a:r>
                        <a:rPr lang="en-US" sz="1600"/>
                        <a:t>/groups</a:t>
                      </a:r>
                    </a:p>
                  </a:txBody>
                  <a:tcPr anchor="ctr"/>
                </a:tc>
                <a:tc>
                  <a:txBody>
                    <a:bodyPr/>
                    <a:lstStyle/>
                    <a:p>
                      <a:pPr algn="ctr">
                        <a:buNone/>
                      </a:pPr>
                      <a:r>
                        <a:rPr lang="en-US" sz="1600"/>
                        <a:t>Fetch all groups</a:t>
                      </a:r>
                    </a:p>
                  </a:txBody>
                  <a:tcPr anchor="ctr"/>
                </a:tc>
                <a:extLst>
                  <a:ext uri="{0D108BD9-81ED-4DB2-BD59-A6C34878D82A}">
                    <a16:rowId xmlns:a16="http://schemas.microsoft.com/office/drawing/2014/main" val="740500980"/>
                  </a:ext>
                </a:extLst>
              </a:tr>
              <a:tr h="385281">
                <a:tc>
                  <a:txBody>
                    <a:bodyPr/>
                    <a:lstStyle/>
                    <a:p>
                      <a:pPr algn="ctr">
                        <a:buNone/>
                      </a:pPr>
                      <a:r>
                        <a:rPr lang="en-US" sz="1600"/>
                        <a:t>POST</a:t>
                      </a:r>
                    </a:p>
                  </a:txBody>
                  <a:tcPr anchor="ctr"/>
                </a:tc>
                <a:tc>
                  <a:txBody>
                    <a:bodyPr/>
                    <a:lstStyle/>
                    <a:p>
                      <a:pPr algn="ctr">
                        <a:buNone/>
                      </a:pPr>
                      <a:r>
                        <a:rPr lang="en-US" sz="1600"/>
                        <a:t>/groups</a:t>
                      </a:r>
                    </a:p>
                  </a:txBody>
                  <a:tcPr anchor="ctr"/>
                </a:tc>
                <a:tc>
                  <a:txBody>
                    <a:bodyPr/>
                    <a:lstStyle/>
                    <a:p>
                      <a:pPr algn="ctr">
                        <a:buNone/>
                      </a:pPr>
                      <a:r>
                        <a:rPr lang="en-US" sz="1600"/>
                        <a:t>Create new group</a:t>
                      </a:r>
                    </a:p>
                  </a:txBody>
                  <a:tcPr anchor="ctr"/>
                </a:tc>
                <a:extLst>
                  <a:ext uri="{0D108BD9-81ED-4DB2-BD59-A6C34878D82A}">
                    <a16:rowId xmlns:a16="http://schemas.microsoft.com/office/drawing/2014/main" val="2354133870"/>
                  </a:ext>
                </a:extLst>
              </a:tr>
              <a:tr h="385281">
                <a:tc>
                  <a:txBody>
                    <a:bodyPr/>
                    <a:lstStyle/>
                    <a:p>
                      <a:pPr algn="ctr">
                        <a:buNone/>
                      </a:pPr>
                      <a:r>
                        <a:rPr lang="en-US" sz="1600"/>
                        <a:t>POST</a:t>
                      </a:r>
                    </a:p>
                  </a:txBody>
                  <a:tcPr anchor="ctr"/>
                </a:tc>
                <a:tc>
                  <a:txBody>
                    <a:bodyPr/>
                    <a:lstStyle/>
                    <a:p>
                      <a:pPr algn="ctr">
                        <a:buNone/>
                      </a:pPr>
                      <a:r>
                        <a:rPr lang="en-US" sz="1600"/>
                        <a:t>/groups/join</a:t>
                      </a:r>
                    </a:p>
                  </a:txBody>
                  <a:tcPr anchor="ctr"/>
                </a:tc>
                <a:tc>
                  <a:txBody>
                    <a:bodyPr/>
                    <a:lstStyle/>
                    <a:p>
                      <a:pPr algn="ctr">
                        <a:buNone/>
                      </a:pPr>
                      <a:r>
                        <a:rPr lang="en-US" sz="1600" dirty="0"/>
                        <a:t>Join study group</a:t>
                      </a:r>
                    </a:p>
                  </a:txBody>
                  <a:tcPr anchor="ctr"/>
                </a:tc>
                <a:extLst>
                  <a:ext uri="{0D108BD9-81ED-4DB2-BD59-A6C34878D82A}">
                    <a16:rowId xmlns:a16="http://schemas.microsoft.com/office/drawing/2014/main" val="2068750861"/>
                  </a:ext>
                </a:extLst>
              </a:tr>
              <a:tr h="385281">
                <a:tc>
                  <a:txBody>
                    <a:bodyPr/>
                    <a:lstStyle/>
                    <a:p>
                      <a:pPr algn="ctr">
                        <a:buNone/>
                      </a:pPr>
                      <a:r>
                        <a:rPr lang="en-US" sz="1600"/>
                        <a:t>POST</a:t>
                      </a:r>
                    </a:p>
                  </a:txBody>
                  <a:tcPr anchor="ctr"/>
                </a:tc>
                <a:tc>
                  <a:txBody>
                    <a:bodyPr/>
                    <a:lstStyle/>
                    <a:p>
                      <a:pPr algn="ctr">
                        <a:buNone/>
                      </a:pPr>
                      <a:r>
                        <a:rPr lang="en-US" sz="1600" dirty="0"/>
                        <a:t>/course</a:t>
                      </a:r>
                    </a:p>
                  </a:txBody>
                  <a:tcPr anchor="ctr"/>
                </a:tc>
                <a:tc>
                  <a:txBody>
                    <a:bodyPr/>
                    <a:lstStyle/>
                    <a:p>
                      <a:pPr algn="ctr">
                        <a:buNone/>
                      </a:pPr>
                      <a:r>
                        <a:rPr lang="en-US" sz="1600"/>
                        <a:t>Add course</a:t>
                      </a:r>
                    </a:p>
                  </a:txBody>
                  <a:tcPr anchor="ctr"/>
                </a:tc>
                <a:extLst>
                  <a:ext uri="{0D108BD9-81ED-4DB2-BD59-A6C34878D82A}">
                    <a16:rowId xmlns:a16="http://schemas.microsoft.com/office/drawing/2014/main" val="1689821665"/>
                  </a:ext>
                </a:extLst>
              </a:tr>
              <a:tr h="385281">
                <a:tc>
                  <a:txBody>
                    <a:bodyPr/>
                    <a:lstStyle/>
                    <a:p>
                      <a:pPr algn="ctr">
                        <a:buNone/>
                      </a:pPr>
                      <a:r>
                        <a:rPr lang="en-US" sz="1600"/>
                        <a:t>POST</a:t>
                      </a:r>
                    </a:p>
                  </a:txBody>
                  <a:tcPr anchor="ctr"/>
                </a:tc>
                <a:tc>
                  <a:txBody>
                    <a:bodyPr/>
                    <a:lstStyle/>
                    <a:p>
                      <a:pPr algn="ctr">
                        <a:buNone/>
                      </a:pPr>
                      <a:r>
                        <a:rPr lang="en-US" sz="1600"/>
                        <a:t>/course/remove</a:t>
                      </a:r>
                    </a:p>
                  </a:txBody>
                  <a:tcPr anchor="ctr"/>
                </a:tc>
                <a:tc>
                  <a:txBody>
                    <a:bodyPr/>
                    <a:lstStyle/>
                    <a:p>
                      <a:pPr algn="ctr">
                        <a:buNone/>
                      </a:pPr>
                      <a:r>
                        <a:rPr lang="en-US" sz="1600" dirty="0"/>
                        <a:t>Remove course</a:t>
                      </a:r>
                    </a:p>
                  </a:txBody>
                  <a:tcPr anchor="ctr"/>
                </a:tc>
                <a:extLst>
                  <a:ext uri="{0D108BD9-81ED-4DB2-BD59-A6C34878D82A}">
                    <a16:rowId xmlns:a16="http://schemas.microsoft.com/office/drawing/2014/main" val="2568109885"/>
                  </a:ext>
                </a:extLst>
              </a:tr>
            </a:tbl>
          </a:graphicData>
        </a:graphic>
      </p:graphicFrame>
      <p:sp>
        <p:nvSpPr>
          <p:cNvPr id="8" name="Rectangle 2">
            <a:extLst>
              <a:ext uri="{FF2B5EF4-FFF2-40B4-BE49-F238E27FC236}">
                <a16:creationId xmlns:a16="http://schemas.microsoft.com/office/drawing/2014/main" id="{DD92662E-C273-08E7-A695-A92DB79DA114}"/>
              </a:ext>
            </a:extLst>
          </p:cNvPr>
          <p:cNvSpPr>
            <a:spLocks noChangeArrowheads="1"/>
          </p:cNvSpPr>
          <p:nvPr/>
        </p:nvSpPr>
        <p:spPr bwMode="auto">
          <a:xfrm>
            <a:off x="838200" y="1690688"/>
            <a:ext cx="24706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Key API Endpoints</a:t>
            </a:r>
          </a:p>
        </p:txBody>
      </p:sp>
      <p:pic>
        <p:nvPicPr>
          <p:cNvPr id="10" name="Picture 9">
            <a:extLst>
              <a:ext uri="{FF2B5EF4-FFF2-40B4-BE49-F238E27FC236}">
                <a16:creationId xmlns:a16="http://schemas.microsoft.com/office/drawing/2014/main" id="{E9C8D7A1-6CE6-20AE-C209-87DFE6035692}"/>
              </a:ext>
            </a:extLst>
          </p:cNvPr>
          <p:cNvPicPr>
            <a:picLocks noChangeAspect="1"/>
          </p:cNvPicPr>
          <p:nvPr/>
        </p:nvPicPr>
        <p:blipFill>
          <a:blip r:embed="rId3"/>
          <a:stretch>
            <a:fillRect/>
          </a:stretch>
        </p:blipFill>
        <p:spPr>
          <a:xfrm>
            <a:off x="6999970" y="1277435"/>
            <a:ext cx="4905375" cy="3562350"/>
          </a:xfrm>
          <a:prstGeom prst="rect">
            <a:avLst/>
          </a:prstGeom>
        </p:spPr>
      </p:pic>
      <p:sp>
        <p:nvSpPr>
          <p:cNvPr id="12" name="TextBox 11">
            <a:extLst>
              <a:ext uri="{FF2B5EF4-FFF2-40B4-BE49-F238E27FC236}">
                <a16:creationId xmlns:a16="http://schemas.microsoft.com/office/drawing/2014/main" id="{E884E4EE-FB82-D629-EE15-C494AABC6C9D}"/>
              </a:ext>
            </a:extLst>
          </p:cNvPr>
          <p:cNvSpPr txBox="1"/>
          <p:nvPr/>
        </p:nvSpPr>
        <p:spPr>
          <a:xfrm>
            <a:off x="7926728" y="4839785"/>
            <a:ext cx="3427072" cy="1703030"/>
          </a:xfrm>
          <a:prstGeom prst="rect">
            <a:avLst/>
          </a:prstGeom>
          <a:noFill/>
        </p:spPr>
        <p:txBody>
          <a:bodyPr wrap="square">
            <a:spAutoFit/>
          </a:bodyPr>
          <a:lstStyle/>
          <a:p>
            <a:pPr>
              <a:lnSpc>
                <a:spcPct val="150000"/>
              </a:lnSpc>
              <a:buNone/>
            </a:pPr>
            <a:r>
              <a:rPr lang="en-US" dirty="0">
                <a:latin typeface="Arial" panose="020B0604020202020204" pitchFamily="34" charset="0"/>
                <a:cs typeface="Arial" panose="020B0604020202020204" pitchFamily="34" charset="0"/>
              </a:rPr>
              <a:t>This demonstrates:</a:t>
            </a:r>
          </a:p>
          <a:p>
            <a:pPr marL="742950" lvl="1" indent="-285750">
              <a:lnSpc>
                <a:spcPct val="150000"/>
              </a:lnSpc>
              <a:buFont typeface="Wingdings" panose="05000000000000000000" pitchFamily="2" charset="2"/>
              <a:buChar char="§"/>
            </a:pPr>
            <a:r>
              <a:rPr lang="en-US" dirty="0">
                <a:latin typeface="Arial" panose="020B0604020202020204" pitchFamily="34" charset="0"/>
                <a:cs typeface="Arial" panose="020B0604020202020204" pitchFamily="34" charset="0"/>
              </a:rPr>
              <a:t>Validation logic</a:t>
            </a:r>
          </a:p>
          <a:p>
            <a:pPr marL="742950" lvl="1" indent="-285750">
              <a:lnSpc>
                <a:spcPct val="150000"/>
              </a:lnSpc>
              <a:buFont typeface="Wingdings" panose="05000000000000000000" pitchFamily="2" charset="2"/>
              <a:buChar char="§"/>
            </a:pPr>
            <a:r>
              <a:rPr lang="en-US" dirty="0">
                <a:latin typeface="Arial" panose="020B0604020202020204" pitchFamily="34" charset="0"/>
                <a:cs typeface="Arial" panose="020B0604020202020204" pitchFamily="34" charset="0"/>
              </a:rPr>
              <a:t>Capacity check</a:t>
            </a:r>
          </a:p>
          <a:p>
            <a:pPr marL="742950" lvl="1" indent="-285750">
              <a:lnSpc>
                <a:spcPct val="150000"/>
              </a:lnSpc>
              <a:buFont typeface="Wingdings" panose="05000000000000000000" pitchFamily="2" charset="2"/>
              <a:buChar char="§"/>
            </a:pPr>
            <a:r>
              <a:rPr lang="en-US" dirty="0">
                <a:latin typeface="Arial" panose="020B0604020202020204" pitchFamily="34" charset="0"/>
                <a:cs typeface="Arial" panose="020B0604020202020204" pitchFamily="34" charset="0"/>
              </a:rPr>
              <a:t>State update</a:t>
            </a:r>
          </a:p>
        </p:txBody>
      </p:sp>
    </p:spTree>
    <p:extLst>
      <p:ext uri="{BB962C8B-B14F-4D97-AF65-F5344CB8AC3E}">
        <p14:creationId xmlns:p14="http://schemas.microsoft.com/office/powerpoint/2010/main" val="3636412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58B99-A8DB-1139-3F55-62371869759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Development Phase (Reflection)</a:t>
            </a:r>
          </a:p>
        </p:txBody>
      </p:sp>
      <p:graphicFrame>
        <p:nvGraphicFramePr>
          <p:cNvPr id="6" name="Diagram 5">
            <a:extLst>
              <a:ext uri="{FF2B5EF4-FFF2-40B4-BE49-F238E27FC236}">
                <a16:creationId xmlns:a16="http://schemas.microsoft.com/office/drawing/2014/main" id="{231F8E83-3EA5-CAC2-8F0F-DFEE9C844D8C}"/>
              </a:ext>
            </a:extLst>
          </p:cNvPr>
          <p:cNvGraphicFramePr/>
          <p:nvPr>
            <p:extLst>
              <p:ext uri="{D42A27DB-BD31-4B8C-83A1-F6EECF244321}">
                <p14:modId xmlns:p14="http://schemas.microsoft.com/office/powerpoint/2010/main" val="1065487038"/>
              </p:ext>
            </p:extLst>
          </p:nvPr>
        </p:nvGraphicFramePr>
        <p:xfrm>
          <a:off x="1876209" y="1439057"/>
          <a:ext cx="8439582" cy="5216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3586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63BCF-EF8E-23BF-D93A-53CA4F716C0D}"/>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Design Decisions &amp; Rationale</a:t>
            </a:r>
          </a:p>
        </p:txBody>
      </p:sp>
      <p:graphicFrame>
        <p:nvGraphicFramePr>
          <p:cNvPr id="5" name="Content Placeholder 2">
            <a:extLst>
              <a:ext uri="{FF2B5EF4-FFF2-40B4-BE49-F238E27FC236}">
                <a16:creationId xmlns:a16="http://schemas.microsoft.com/office/drawing/2014/main" id="{4AB0AD71-3D2F-0CC9-3376-7FE2137BEFD8}"/>
              </a:ext>
            </a:extLst>
          </p:cNvPr>
          <p:cNvGraphicFramePr>
            <a:graphicFrameLocks noGrp="1"/>
          </p:cNvGraphicFramePr>
          <p:nvPr>
            <p:ph idx="1"/>
            <p:extLst>
              <p:ext uri="{D42A27DB-BD31-4B8C-83A1-F6EECF244321}">
                <p14:modId xmlns:p14="http://schemas.microsoft.com/office/powerpoint/2010/main" val="4696685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2543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0C6E9-C33D-EF8D-68D0-61BACA52FE73}"/>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Testing &amp; Risk Analysis</a:t>
            </a:r>
          </a:p>
        </p:txBody>
      </p:sp>
      <p:graphicFrame>
        <p:nvGraphicFramePr>
          <p:cNvPr id="4" name="Table 3">
            <a:extLst>
              <a:ext uri="{FF2B5EF4-FFF2-40B4-BE49-F238E27FC236}">
                <a16:creationId xmlns:a16="http://schemas.microsoft.com/office/drawing/2014/main" id="{CD475948-1A9A-2C15-38C6-58C11D3D564D}"/>
              </a:ext>
            </a:extLst>
          </p:cNvPr>
          <p:cNvGraphicFramePr>
            <a:graphicFrameLocks noGrp="1"/>
          </p:cNvGraphicFramePr>
          <p:nvPr>
            <p:extLst>
              <p:ext uri="{D42A27DB-BD31-4B8C-83A1-F6EECF244321}">
                <p14:modId xmlns:p14="http://schemas.microsoft.com/office/powerpoint/2010/main" val="2994134424"/>
              </p:ext>
            </p:extLst>
          </p:nvPr>
        </p:nvGraphicFramePr>
        <p:xfrm>
          <a:off x="838200" y="2773987"/>
          <a:ext cx="6708496" cy="2577990"/>
        </p:xfrm>
        <a:graphic>
          <a:graphicData uri="http://schemas.openxmlformats.org/drawingml/2006/table">
            <a:tbl>
              <a:tblPr>
                <a:tableStyleId>{5940675A-B579-460E-94D1-54222C63F5DA}</a:tableStyleId>
              </a:tblPr>
              <a:tblGrid>
                <a:gridCol w="1677124">
                  <a:extLst>
                    <a:ext uri="{9D8B030D-6E8A-4147-A177-3AD203B41FA5}">
                      <a16:colId xmlns:a16="http://schemas.microsoft.com/office/drawing/2014/main" val="2538556891"/>
                    </a:ext>
                  </a:extLst>
                </a:gridCol>
                <a:gridCol w="1677124">
                  <a:extLst>
                    <a:ext uri="{9D8B030D-6E8A-4147-A177-3AD203B41FA5}">
                      <a16:colId xmlns:a16="http://schemas.microsoft.com/office/drawing/2014/main" val="2558693998"/>
                    </a:ext>
                  </a:extLst>
                </a:gridCol>
                <a:gridCol w="1677124">
                  <a:extLst>
                    <a:ext uri="{9D8B030D-6E8A-4147-A177-3AD203B41FA5}">
                      <a16:colId xmlns:a16="http://schemas.microsoft.com/office/drawing/2014/main" val="3135945560"/>
                    </a:ext>
                  </a:extLst>
                </a:gridCol>
                <a:gridCol w="1677124">
                  <a:extLst>
                    <a:ext uri="{9D8B030D-6E8A-4147-A177-3AD203B41FA5}">
                      <a16:colId xmlns:a16="http://schemas.microsoft.com/office/drawing/2014/main" val="1074820228"/>
                    </a:ext>
                  </a:extLst>
                </a:gridCol>
              </a:tblGrid>
              <a:tr h="383430">
                <a:tc>
                  <a:txBody>
                    <a:bodyPr/>
                    <a:lstStyle/>
                    <a:p>
                      <a:pPr algn="ctr">
                        <a:buNone/>
                      </a:pPr>
                      <a:r>
                        <a:rPr lang="en-US" b="1" dirty="0"/>
                        <a:t>Group Name</a:t>
                      </a:r>
                    </a:p>
                  </a:txBody>
                  <a:tcPr anchor="ctr">
                    <a:solidFill>
                      <a:schemeClr val="bg2">
                        <a:lumMod val="90000"/>
                      </a:schemeClr>
                    </a:solidFill>
                  </a:tcPr>
                </a:tc>
                <a:tc>
                  <a:txBody>
                    <a:bodyPr/>
                    <a:lstStyle/>
                    <a:p>
                      <a:pPr algn="ctr">
                        <a:buNone/>
                      </a:pPr>
                      <a:r>
                        <a:rPr lang="en-US" b="1"/>
                        <a:t>Course</a:t>
                      </a:r>
                    </a:p>
                  </a:txBody>
                  <a:tcPr anchor="ctr">
                    <a:solidFill>
                      <a:schemeClr val="bg2">
                        <a:lumMod val="90000"/>
                      </a:schemeClr>
                    </a:solidFill>
                  </a:tcPr>
                </a:tc>
                <a:tc>
                  <a:txBody>
                    <a:bodyPr/>
                    <a:lstStyle/>
                    <a:p>
                      <a:pPr algn="ctr">
                        <a:buNone/>
                      </a:pPr>
                      <a:r>
                        <a:rPr lang="en-US" b="1"/>
                        <a:t>Members</a:t>
                      </a:r>
                    </a:p>
                  </a:txBody>
                  <a:tcPr anchor="ctr">
                    <a:solidFill>
                      <a:schemeClr val="bg2">
                        <a:lumMod val="90000"/>
                      </a:schemeClr>
                    </a:solidFill>
                  </a:tcPr>
                </a:tc>
                <a:tc>
                  <a:txBody>
                    <a:bodyPr/>
                    <a:lstStyle/>
                    <a:p>
                      <a:pPr algn="ctr">
                        <a:buNone/>
                      </a:pPr>
                      <a:r>
                        <a:rPr lang="en-US" b="1" dirty="0"/>
                        <a:t>Limit</a:t>
                      </a:r>
                    </a:p>
                  </a:txBody>
                  <a:tcPr anchor="ctr">
                    <a:solidFill>
                      <a:schemeClr val="bg2">
                        <a:lumMod val="90000"/>
                      </a:schemeClr>
                    </a:solidFill>
                  </a:tcPr>
                </a:tc>
                <a:extLst>
                  <a:ext uri="{0D108BD9-81ED-4DB2-BD59-A6C34878D82A}">
                    <a16:rowId xmlns:a16="http://schemas.microsoft.com/office/drawing/2014/main" val="288490682"/>
                  </a:ext>
                </a:extLst>
              </a:tr>
              <a:tr h="383430">
                <a:tc>
                  <a:txBody>
                    <a:bodyPr/>
                    <a:lstStyle/>
                    <a:p>
                      <a:pPr algn="ctr">
                        <a:buNone/>
                      </a:pPr>
                      <a:r>
                        <a:rPr lang="en-US" dirty="0"/>
                        <a:t>Data Structures Study</a:t>
                      </a:r>
                    </a:p>
                  </a:txBody>
                  <a:tcPr anchor="ctr"/>
                </a:tc>
                <a:tc>
                  <a:txBody>
                    <a:bodyPr/>
                    <a:lstStyle/>
                    <a:p>
                      <a:pPr algn="ctr">
                        <a:buNone/>
                      </a:pPr>
                      <a:r>
                        <a:rPr lang="en-US"/>
                        <a:t>CS201</a:t>
                      </a:r>
                    </a:p>
                  </a:txBody>
                  <a:tcPr anchor="ctr"/>
                </a:tc>
                <a:tc>
                  <a:txBody>
                    <a:bodyPr/>
                    <a:lstStyle/>
                    <a:p>
                      <a:pPr algn="ctr">
                        <a:buNone/>
                      </a:pPr>
                      <a:r>
                        <a:rPr lang="en-US"/>
                        <a:t>4</a:t>
                      </a:r>
                    </a:p>
                  </a:txBody>
                  <a:tcPr anchor="ctr"/>
                </a:tc>
                <a:tc>
                  <a:txBody>
                    <a:bodyPr/>
                    <a:lstStyle/>
                    <a:p>
                      <a:pPr algn="ctr">
                        <a:buNone/>
                      </a:pPr>
                      <a:r>
                        <a:rPr lang="en-US" dirty="0"/>
                        <a:t>6</a:t>
                      </a:r>
                    </a:p>
                  </a:txBody>
                  <a:tcPr anchor="ctr"/>
                </a:tc>
                <a:extLst>
                  <a:ext uri="{0D108BD9-81ED-4DB2-BD59-A6C34878D82A}">
                    <a16:rowId xmlns:a16="http://schemas.microsoft.com/office/drawing/2014/main" val="3423916748"/>
                  </a:ext>
                </a:extLst>
              </a:tr>
              <a:tr h="383430">
                <a:tc>
                  <a:txBody>
                    <a:bodyPr/>
                    <a:lstStyle/>
                    <a:p>
                      <a:pPr algn="ctr">
                        <a:buNone/>
                      </a:pPr>
                      <a:r>
                        <a:rPr lang="en-US"/>
                        <a:t>Econ Paper Prep</a:t>
                      </a:r>
                    </a:p>
                  </a:txBody>
                  <a:tcPr anchor="ctr"/>
                </a:tc>
                <a:tc>
                  <a:txBody>
                    <a:bodyPr/>
                    <a:lstStyle/>
                    <a:p>
                      <a:pPr algn="ctr">
                        <a:buNone/>
                      </a:pPr>
                      <a:r>
                        <a:rPr lang="en-US"/>
                        <a:t>ECON10</a:t>
                      </a:r>
                    </a:p>
                  </a:txBody>
                  <a:tcPr anchor="ctr"/>
                </a:tc>
                <a:tc>
                  <a:txBody>
                    <a:bodyPr/>
                    <a:lstStyle/>
                    <a:p>
                      <a:pPr algn="ctr">
                        <a:buNone/>
                      </a:pPr>
                      <a:r>
                        <a:rPr lang="en-US"/>
                        <a:t>2</a:t>
                      </a:r>
                    </a:p>
                  </a:txBody>
                  <a:tcPr anchor="ctr"/>
                </a:tc>
                <a:tc>
                  <a:txBody>
                    <a:bodyPr/>
                    <a:lstStyle/>
                    <a:p>
                      <a:pPr algn="ctr">
                        <a:buNone/>
                      </a:pPr>
                      <a:r>
                        <a:rPr lang="en-US"/>
                        <a:t>5</a:t>
                      </a:r>
                    </a:p>
                  </a:txBody>
                  <a:tcPr anchor="ctr"/>
                </a:tc>
                <a:extLst>
                  <a:ext uri="{0D108BD9-81ED-4DB2-BD59-A6C34878D82A}">
                    <a16:rowId xmlns:a16="http://schemas.microsoft.com/office/drawing/2014/main" val="2588960420"/>
                  </a:ext>
                </a:extLst>
              </a:tr>
              <a:tr h="383430">
                <a:tc>
                  <a:txBody>
                    <a:bodyPr/>
                    <a:lstStyle/>
                    <a:p>
                      <a:pPr algn="ctr">
                        <a:buNone/>
                      </a:pPr>
                      <a:r>
                        <a:rPr lang="en-US" dirty="0"/>
                        <a:t>MCAT Flashcards</a:t>
                      </a:r>
                    </a:p>
                  </a:txBody>
                  <a:tcPr anchor="ctr"/>
                </a:tc>
                <a:tc>
                  <a:txBody>
                    <a:bodyPr/>
                    <a:lstStyle/>
                    <a:p>
                      <a:pPr algn="ctr">
                        <a:buNone/>
                      </a:pPr>
                      <a:r>
                        <a:rPr lang="en-US"/>
                        <a:t>MED400</a:t>
                      </a:r>
                    </a:p>
                  </a:txBody>
                  <a:tcPr anchor="ctr"/>
                </a:tc>
                <a:tc>
                  <a:txBody>
                    <a:bodyPr/>
                    <a:lstStyle/>
                    <a:p>
                      <a:pPr algn="ctr">
                        <a:buNone/>
                      </a:pPr>
                      <a:r>
                        <a:rPr lang="en-US"/>
                        <a:t>9</a:t>
                      </a:r>
                    </a:p>
                  </a:txBody>
                  <a:tcPr anchor="ctr"/>
                </a:tc>
                <a:tc>
                  <a:txBody>
                    <a:bodyPr/>
                    <a:lstStyle/>
                    <a:p>
                      <a:pPr algn="ctr">
                        <a:buNone/>
                      </a:pPr>
                      <a:r>
                        <a:rPr lang="en-US" dirty="0"/>
                        <a:t>10</a:t>
                      </a:r>
                    </a:p>
                  </a:txBody>
                  <a:tcPr anchor="ctr"/>
                </a:tc>
                <a:extLst>
                  <a:ext uri="{0D108BD9-81ED-4DB2-BD59-A6C34878D82A}">
                    <a16:rowId xmlns:a16="http://schemas.microsoft.com/office/drawing/2014/main" val="3438843845"/>
                  </a:ext>
                </a:extLst>
              </a:tr>
            </a:tbl>
          </a:graphicData>
        </a:graphic>
      </p:graphicFrame>
      <p:graphicFrame>
        <p:nvGraphicFramePr>
          <p:cNvPr id="10" name="Diagram 9">
            <a:extLst>
              <a:ext uri="{FF2B5EF4-FFF2-40B4-BE49-F238E27FC236}">
                <a16:creationId xmlns:a16="http://schemas.microsoft.com/office/drawing/2014/main" id="{4281EDDB-E338-8092-0892-BF8CE817CCCB}"/>
              </a:ext>
            </a:extLst>
          </p:cNvPr>
          <p:cNvGraphicFramePr/>
          <p:nvPr>
            <p:extLst>
              <p:ext uri="{D42A27DB-BD31-4B8C-83A1-F6EECF244321}">
                <p14:modId xmlns:p14="http://schemas.microsoft.com/office/powerpoint/2010/main" val="2157228025"/>
              </p:ext>
            </p:extLst>
          </p:nvPr>
        </p:nvGraphicFramePr>
        <p:xfrm>
          <a:off x="7546696" y="956270"/>
          <a:ext cx="4645304" cy="62134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2">
            <a:extLst>
              <a:ext uri="{FF2B5EF4-FFF2-40B4-BE49-F238E27FC236}">
                <a16:creationId xmlns:a16="http://schemas.microsoft.com/office/drawing/2014/main" id="{5A3A46F8-51CE-C5C2-A8C0-5D75892C31B6}"/>
              </a:ext>
            </a:extLst>
          </p:cNvPr>
          <p:cNvSpPr>
            <a:spLocks noChangeArrowheads="1"/>
          </p:cNvSpPr>
          <p:nvPr/>
        </p:nvSpPr>
        <p:spPr bwMode="auto">
          <a:xfrm>
            <a:off x="838200" y="1876416"/>
            <a:ext cx="23503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Arial" panose="020B0604020202020204" pitchFamily="34" charset="0"/>
              </a:rPr>
              <a:t>Test Data</a:t>
            </a:r>
          </a:p>
          <a:p>
            <a:pPr lvl="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Predefined groups:</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41393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3FE4A-4706-72FF-D45D-435819ED35F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Reflection &amp; Future Improvements</a:t>
            </a:r>
          </a:p>
        </p:txBody>
      </p:sp>
      <p:graphicFrame>
        <p:nvGraphicFramePr>
          <p:cNvPr id="4" name="Content Placeholder 3">
            <a:extLst>
              <a:ext uri="{FF2B5EF4-FFF2-40B4-BE49-F238E27FC236}">
                <a16:creationId xmlns:a16="http://schemas.microsoft.com/office/drawing/2014/main" id="{E25CD800-4D2D-F7C2-9832-6ABA97020AC3}"/>
              </a:ext>
            </a:extLst>
          </p:cNvPr>
          <p:cNvGraphicFramePr>
            <a:graphicFrameLocks noGrp="1"/>
          </p:cNvGraphicFramePr>
          <p:nvPr>
            <p:ph idx="1"/>
            <p:extLst>
              <p:ext uri="{D42A27DB-BD31-4B8C-83A1-F6EECF244321}">
                <p14:modId xmlns:p14="http://schemas.microsoft.com/office/powerpoint/2010/main" val="2407539428"/>
              </p:ext>
            </p:extLst>
          </p:nvPr>
        </p:nvGraphicFramePr>
        <p:xfrm>
          <a:off x="1603949" y="1843790"/>
          <a:ext cx="9428812" cy="45270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5340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D20EA-6AE0-4B51-7702-FCC52E1D523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References</a:t>
            </a:r>
          </a:p>
        </p:txBody>
      </p:sp>
      <p:sp>
        <p:nvSpPr>
          <p:cNvPr id="3" name="Content Placeholder 2">
            <a:extLst>
              <a:ext uri="{FF2B5EF4-FFF2-40B4-BE49-F238E27FC236}">
                <a16:creationId xmlns:a16="http://schemas.microsoft.com/office/drawing/2014/main" id="{88DFDF2F-E224-5682-FFB4-3AE57016E299}"/>
              </a:ext>
            </a:extLst>
          </p:cNvPr>
          <p:cNvSpPr>
            <a:spLocks noGrp="1"/>
          </p:cNvSpPr>
          <p:nvPr>
            <p:ph idx="1"/>
          </p:nvPr>
        </p:nvSpPr>
        <p:spPr>
          <a:xfrm>
            <a:off x="838200" y="1690688"/>
            <a:ext cx="10515600" cy="4351338"/>
          </a:xfrm>
        </p:spPr>
        <p:txBody>
          <a:bodyPr>
            <a:normAutofit fontScale="70000" lnSpcReduction="20000"/>
          </a:bodyPr>
          <a:lstStyle/>
          <a:p>
            <a:pPr marL="457200" marR="0" indent="-457200" algn="just">
              <a:lnSpc>
                <a:spcPct val="115000"/>
              </a:lnSpc>
              <a:spcAft>
                <a:spcPts val="800"/>
              </a:spcAft>
              <a:buNone/>
            </a:pPr>
            <a:r>
              <a:rPr lang="en-US" sz="2800" kern="100" dirty="0">
                <a:effectLst/>
                <a:latin typeface="+mj-lt"/>
                <a:ea typeface="Aptos" panose="020B0004020202020204" pitchFamily="34" charset="0"/>
                <a:cs typeface="Times New Roman" panose="02020603050405020304" pitchFamily="18" charset="0"/>
              </a:rPr>
              <a:t>de Bie, A. (2022). Respectfully distrusting ‘Students as Partners’ practice in higher education: Applying a Mad politics of partnership. </a:t>
            </a:r>
            <a:r>
              <a:rPr lang="en-US" sz="2800" i="1" kern="100" dirty="0">
                <a:effectLst/>
                <a:latin typeface="+mj-lt"/>
                <a:ea typeface="Aptos" panose="020B0004020202020204" pitchFamily="34" charset="0"/>
                <a:cs typeface="Times New Roman" panose="02020603050405020304" pitchFamily="18" charset="0"/>
              </a:rPr>
              <a:t>Teaching in Higher Education</a:t>
            </a:r>
            <a:r>
              <a:rPr lang="en-US" sz="2800" kern="100" dirty="0">
                <a:effectLst/>
                <a:latin typeface="+mj-lt"/>
                <a:ea typeface="Aptos" panose="020B0004020202020204" pitchFamily="34" charset="0"/>
                <a:cs typeface="Times New Roman" panose="02020603050405020304" pitchFamily="18" charset="0"/>
              </a:rPr>
              <a:t>, </a:t>
            </a:r>
            <a:r>
              <a:rPr lang="en-US" sz="2800" i="1" kern="100" dirty="0">
                <a:effectLst/>
                <a:latin typeface="+mj-lt"/>
                <a:ea typeface="Aptos" panose="020B0004020202020204" pitchFamily="34" charset="0"/>
                <a:cs typeface="Times New Roman" panose="02020603050405020304" pitchFamily="18" charset="0"/>
              </a:rPr>
              <a:t>27</a:t>
            </a:r>
            <a:r>
              <a:rPr lang="en-US" sz="2800" kern="100" dirty="0">
                <a:effectLst/>
                <a:latin typeface="+mj-lt"/>
                <a:ea typeface="Aptos" panose="020B0004020202020204" pitchFamily="34" charset="0"/>
                <a:cs typeface="Times New Roman" panose="02020603050405020304" pitchFamily="18" charset="0"/>
              </a:rPr>
              <a:t>(6), 717-737.</a:t>
            </a:r>
          </a:p>
          <a:p>
            <a:pPr marL="457200" marR="0" indent="-457200" algn="just">
              <a:lnSpc>
                <a:spcPct val="115000"/>
              </a:lnSpc>
              <a:spcAft>
                <a:spcPts val="800"/>
              </a:spcAft>
              <a:buNone/>
            </a:pPr>
            <a:r>
              <a:rPr lang="en-US" sz="2800" kern="100" dirty="0">
                <a:effectLst/>
                <a:latin typeface="+mj-lt"/>
                <a:ea typeface="Aptos" panose="020B0004020202020204" pitchFamily="34" charset="0"/>
                <a:cs typeface="Times New Roman" panose="02020603050405020304" pitchFamily="18" charset="0"/>
              </a:rPr>
              <a:t>Gowda, P., &amp; Gowda, A. N. (2024). Best Practices in REST API Design for Enhanced Scalability and Security. </a:t>
            </a:r>
            <a:r>
              <a:rPr lang="en-US" sz="2800" i="1" kern="100" dirty="0">
                <a:effectLst/>
                <a:latin typeface="+mj-lt"/>
                <a:ea typeface="Aptos" panose="020B0004020202020204" pitchFamily="34" charset="0"/>
                <a:cs typeface="Times New Roman" panose="02020603050405020304" pitchFamily="18" charset="0"/>
              </a:rPr>
              <a:t>Journal of Artificial Intelligence, Machine Learning and Data Science</a:t>
            </a:r>
            <a:r>
              <a:rPr lang="en-US" sz="2800" kern="100" dirty="0">
                <a:effectLst/>
                <a:latin typeface="+mj-lt"/>
                <a:ea typeface="Aptos" panose="020B0004020202020204" pitchFamily="34" charset="0"/>
                <a:cs typeface="Times New Roman" panose="02020603050405020304" pitchFamily="18" charset="0"/>
              </a:rPr>
              <a:t>, </a:t>
            </a:r>
            <a:r>
              <a:rPr lang="en-US" sz="2800" i="1" kern="100" dirty="0">
                <a:effectLst/>
                <a:latin typeface="+mj-lt"/>
                <a:ea typeface="Aptos" panose="020B0004020202020204" pitchFamily="34" charset="0"/>
                <a:cs typeface="Times New Roman" panose="02020603050405020304" pitchFamily="18" charset="0"/>
              </a:rPr>
              <a:t>2</a:t>
            </a:r>
            <a:r>
              <a:rPr lang="en-US" sz="2800" kern="100" dirty="0">
                <a:effectLst/>
                <a:latin typeface="+mj-lt"/>
                <a:ea typeface="Aptos" panose="020B0004020202020204" pitchFamily="34" charset="0"/>
                <a:cs typeface="Times New Roman" panose="02020603050405020304" pitchFamily="18" charset="0"/>
              </a:rPr>
              <a:t>(1), 827-830.</a:t>
            </a:r>
          </a:p>
          <a:p>
            <a:pPr marL="457200" marR="0" indent="-457200" algn="just">
              <a:lnSpc>
                <a:spcPct val="115000"/>
              </a:lnSpc>
              <a:spcAft>
                <a:spcPts val="800"/>
              </a:spcAft>
              <a:buNone/>
            </a:pPr>
            <a:r>
              <a:rPr lang="en-US" sz="2800" kern="100" dirty="0" err="1">
                <a:effectLst/>
                <a:latin typeface="+mj-lt"/>
                <a:ea typeface="Aptos" panose="020B0004020202020204" pitchFamily="34" charset="0"/>
                <a:cs typeface="Times New Roman" panose="02020603050405020304" pitchFamily="18" charset="0"/>
              </a:rPr>
              <a:t>Herdiyatmoko</a:t>
            </a:r>
            <a:r>
              <a:rPr lang="en-US" sz="2800" kern="100" dirty="0">
                <a:effectLst/>
                <a:latin typeface="+mj-lt"/>
                <a:ea typeface="Aptos" panose="020B0004020202020204" pitchFamily="34" charset="0"/>
                <a:cs typeface="Times New Roman" panose="02020603050405020304" pitchFamily="18" charset="0"/>
              </a:rPr>
              <a:t>, H. F. (2022). Back-End System Design Based on Rest Api. </a:t>
            </a:r>
            <a:r>
              <a:rPr lang="en-US" sz="2800" i="1" kern="100" dirty="0" err="1">
                <a:effectLst/>
                <a:latin typeface="+mj-lt"/>
                <a:ea typeface="Aptos" panose="020B0004020202020204" pitchFamily="34" charset="0"/>
                <a:cs typeface="Times New Roman" panose="02020603050405020304" pitchFamily="18" charset="0"/>
              </a:rPr>
              <a:t>Jurnal</a:t>
            </a:r>
            <a:r>
              <a:rPr lang="en-US" sz="2800" i="1" kern="100" dirty="0">
                <a:effectLst/>
                <a:latin typeface="+mj-lt"/>
                <a:ea typeface="Aptos" panose="020B0004020202020204" pitchFamily="34" charset="0"/>
                <a:cs typeface="Times New Roman" panose="02020603050405020304" pitchFamily="18" charset="0"/>
              </a:rPr>
              <a:t> </a:t>
            </a:r>
            <a:r>
              <a:rPr lang="en-US" sz="2800" i="1" kern="100" dirty="0" err="1">
                <a:effectLst/>
                <a:latin typeface="+mj-lt"/>
                <a:ea typeface="Aptos" panose="020B0004020202020204" pitchFamily="34" charset="0"/>
                <a:cs typeface="Times New Roman" panose="02020603050405020304" pitchFamily="18" charset="0"/>
              </a:rPr>
              <a:t>Tekinkom</a:t>
            </a:r>
            <a:r>
              <a:rPr lang="en-US" sz="2800" i="1" kern="100" dirty="0">
                <a:effectLst/>
                <a:latin typeface="+mj-lt"/>
                <a:ea typeface="Aptos" panose="020B0004020202020204" pitchFamily="34" charset="0"/>
                <a:cs typeface="Times New Roman" panose="02020603050405020304" pitchFamily="18" charset="0"/>
              </a:rPr>
              <a:t> (Teknik </a:t>
            </a:r>
            <a:r>
              <a:rPr lang="en-US" sz="2800" i="1" kern="100" dirty="0" err="1">
                <a:effectLst/>
                <a:latin typeface="+mj-lt"/>
                <a:ea typeface="Aptos" panose="020B0004020202020204" pitchFamily="34" charset="0"/>
                <a:cs typeface="Times New Roman" panose="02020603050405020304" pitchFamily="18" charset="0"/>
              </a:rPr>
              <a:t>Informasi</a:t>
            </a:r>
            <a:r>
              <a:rPr lang="en-US" sz="2800" i="1" kern="100" dirty="0">
                <a:effectLst/>
                <a:latin typeface="+mj-lt"/>
                <a:ea typeface="Aptos" panose="020B0004020202020204" pitchFamily="34" charset="0"/>
                <a:cs typeface="Times New Roman" panose="02020603050405020304" pitchFamily="18" charset="0"/>
              </a:rPr>
              <a:t> dan </a:t>
            </a:r>
            <a:r>
              <a:rPr lang="en-US" sz="2800" i="1" kern="100" dirty="0" err="1">
                <a:effectLst/>
                <a:latin typeface="+mj-lt"/>
                <a:ea typeface="Aptos" panose="020B0004020202020204" pitchFamily="34" charset="0"/>
                <a:cs typeface="Times New Roman" panose="02020603050405020304" pitchFamily="18" charset="0"/>
              </a:rPr>
              <a:t>Komputer</a:t>
            </a:r>
            <a:r>
              <a:rPr lang="en-US" sz="2800" i="1" kern="100" dirty="0">
                <a:effectLst/>
                <a:latin typeface="+mj-lt"/>
                <a:ea typeface="Aptos" panose="020B0004020202020204" pitchFamily="34" charset="0"/>
                <a:cs typeface="Times New Roman" panose="02020603050405020304" pitchFamily="18" charset="0"/>
              </a:rPr>
              <a:t>)</a:t>
            </a:r>
            <a:r>
              <a:rPr lang="en-US" sz="2800" kern="100" dirty="0">
                <a:effectLst/>
                <a:latin typeface="+mj-lt"/>
                <a:ea typeface="Aptos" panose="020B0004020202020204" pitchFamily="34" charset="0"/>
                <a:cs typeface="Times New Roman" panose="02020603050405020304" pitchFamily="18" charset="0"/>
              </a:rPr>
              <a:t>, </a:t>
            </a:r>
            <a:r>
              <a:rPr lang="en-US" sz="2800" i="1" kern="100" dirty="0">
                <a:effectLst/>
                <a:latin typeface="+mj-lt"/>
                <a:ea typeface="Aptos" panose="020B0004020202020204" pitchFamily="34" charset="0"/>
                <a:cs typeface="Times New Roman" panose="02020603050405020304" pitchFamily="18" charset="0"/>
              </a:rPr>
              <a:t>5</a:t>
            </a:r>
            <a:r>
              <a:rPr lang="en-US" sz="2800" kern="100" dirty="0">
                <a:effectLst/>
                <a:latin typeface="+mj-lt"/>
                <a:ea typeface="Aptos" panose="020B0004020202020204" pitchFamily="34" charset="0"/>
                <a:cs typeface="Times New Roman" panose="02020603050405020304" pitchFamily="18" charset="0"/>
              </a:rPr>
              <a:t>(1), 123-129.</a:t>
            </a:r>
          </a:p>
          <a:p>
            <a:pPr marL="457200" marR="0" indent="-457200" algn="just">
              <a:lnSpc>
                <a:spcPct val="115000"/>
              </a:lnSpc>
              <a:spcAft>
                <a:spcPts val="800"/>
              </a:spcAft>
              <a:buNone/>
            </a:pPr>
            <a:r>
              <a:rPr lang="en-US" sz="2800" kern="100" dirty="0">
                <a:effectLst/>
                <a:latin typeface="+mj-lt"/>
                <a:ea typeface="Aptos" panose="020B0004020202020204" pitchFamily="34" charset="0"/>
                <a:cs typeface="Times New Roman" panose="02020603050405020304" pitchFamily="18" charset="0"/>
              </a:rPr>
              <a:t>NANDAMURU, A. P. (2025). REAL TIME WEB CHAT APPLICATION USING WEBSOCKETS IN DJANGO. </a:t>
            </a:r>
            <a:r>
              <a:rPr lang="en-US" sz="2800" i="1" kern="100" dirty="0">
                <a:effectLst/>
                <a:latin typeface="+mj-lt"/>
                <a:ea typeface="Aptos" panose="020B0004020202020204" pitchFamily="34" charset="0"/>
                <a:cs typeface="Times New Roman" panose="02020603050405020304" pitchFamily="18" charset="0"/>
              </a:rPr>
              <a:t>Journal of Nonlinear Analysis and Optimization</a:t>
            </a:r>
            <a:r>
              <a:rPr lang="en-US" sz="2800" kern="100" dirty="0">
                <a:effectLst/>
                <a:latin typeface="+mj-lt"/>
                <a:ea typeface="Aptos" panose="020B0004020202020204" pitchFamily="34" charset="0"/>
                <a:cs typeface="Times New Roman" panose="02020603050405020304" pitchFamily="18" charset="0"/>
              </a:rPr>
              <a:t>, </a:t>
            </a:r>
            <a:r>
              <a:rPr lang="en-US" sz="2800" i="1" kern="100" dirty="0">
                <a:effectLst/>
                <a:latin typeface="+mj-lt"/>
                <a:ea typeface="Aptos" panose="020B0004020202020204" pitchFamily="34" charset="0"/>
                <a:cs typeface="Times New Roman" panose="02020603050405020304" pitchFamily="18" charset="0"/>
              </a:rPr>
              <a:t>16</a:t>
            </a:r>
            <a:r>
              <a:rPr lang="en-US" sz="2800" kern="100" dirty="0">
                <a:effectLst/>
                <a:latin typeface="+mj-lt"/>
                <a:ea typeface="Aptos" panose="020B0004020202020204" pitchFamily="34" charset="0"/>
                <a:cs typeface="Times New Roman" panose="02020603050405020304" pitchFamily="18" charset="0"/>
              </a:rPr>
              <a:t>(1).</a:t>
            </a:r>
          </a:p>
          <a:p>
            <a:pPr marL="457200" marR="0" indent="-457200" algn="just">
              <a:lnSpc>
                <a:spcPct val="115000"/>
              </a:lnSpc>
              <a:spcAft>
                <a:spcPts val="800"/>
              </a:spcAft>
              <a:buNone/>
            </a:pPr>
            <a:r>
              <a:rPr lang="en-US" sz="2800" kern="100" dirty="0" err="1">
                <a:effectLst/>
                <a:latin typeface="+mj-lt"/>
                <a:ea typeface="Aptos" panose="020B0004020202020204" pitchFamily="34" charset="0"/>
                <a:cs typeface="Times New Roman" panose="02020603050405020304" pitchFamily="18" charset="0"/>
              </a:rPr>
              <a:t>Ponuthorai</a:t>
            </a:r>
            <a:r>
              <a:rPr lang="en-US" sz="2800" kern="100" dirty="0">
                <a:effectLst/>
                <a:latin typeface="+mj-lt"/>
                <a:ea typeface="Aptos" panose="020B0004020202020204" pitchFamily="34" charset="0"/>
                <a:cs typeface="Times New Roman" panose="02020603050405020304" pitchFamily="18" charset="0"/>
              </a:rPr>
              <a:t>, P. K., &amp; </a:t>
            </a:r>
            <a:r>
              <a:rPr lang="en-US" sz="2800" kern="100" dirty="0" err="1">
                <a:effectLst/>
                <a:latin typeface="+mj-lt"/>
                <a:ea typeface="Aptos" panose="020B0004020202020204" pitchFamily="34" charset="0"/>
                <a:cs typeface="Times New Roman" panose="02020603050405020304" pitchFamily="18" charset="0"/>
              </a:rPr>
              <a:t>Loeliger</a:t>
            </a:r>
            <a:r>
              <a:rPr lang="en-US" sz="2800" kern="100" dirty="0">
                <a:effectLst/>
                <a:latin typeface="+mj-lt"/>
                <a:ea typeface="Aptos" panose="020B0004020202020204" pitchFamily="34" charset="0"/>
                <a:cs typeface="Times New Roman" panose="02020603050405020304" pitchFamily="18" charset="0"/>
              </a:rPr>
              <a:t>, J. (2022). </a:t>
            </a:r>
            <a:r>
              <a:rPr lang="en-US" sz="2800" i="1" kern="100" dirty="0">
                <a:effectLst/>
                <a:latin typeface="+mj-lt"/>
                <a:ea typeface="Aptos" panose="020B0004020202020204" pitchFamily="34" charset="0"/>
                <a:cs typeface="Times New Roman" panose="02020603050405020304" pitchFamily="18" charset="0"/>
              </a:rPr>
              <a:t>Version Control with Git</a:t>
            </a:r>
            <a:r>
              <a:rPr lang="en-US" sz="2800" kern="100" dirty="0">
                <a:effectLst/>
                <a:latin typeface="+mj-lt"/>
                <a:ea typeface="Aptos" panose="020B0004020202020204" pitchFamily="34" charset="0"/>
                <a:cs typeface="Times New Roman" panose="02020603050405020304" pitchFamily="18" charset="0"/>
              </a:rPr>
              <a:t>. " O'Reilly Media, Inc.".</a:t>
            </a:r>
          </a:p>
          <a:p>
            <a:pPr algn="just"/>
            <a:endParaRPr lang="en-US" dirty="0">
              <a:latin typeface="+mj-lt"/>
            </a:endParaRPr>
          </a:p>
        </p:txBody>
      </p:sp>
    </p:spTree>
    <p:extLst>
      <p:ext uri="{BB962C8B-B14F-4D97-AF65-F5344CB8AC3E}">
        <p14:creationId xmlns:p14="http://schemas.microsoft.com/office/powerpoint/2010/main" val="3276562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1266</Words>
  <Application>Microsoft Office PowerPoint</Application>
  <PresentationFormat>Widescreen</PresentationFormat>
  <Paragraphs>175</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Wingdings</vt:lpstr>
      <vt:lpstr>Office Theme</vt:lpstr>
      <vt:lpstr>Simple Study Group Finder Web Application</vt:lpstr>
      <vt:lpstr>Project Goal &amp; Problem Statement</vt:lpstr>
      <vt:lpstr>System Architecture</vt:lpstr>
      <vt:lpstr>Modules / Building Blocks</vt:lpstr>
      <vt:lpstr>Frontend Design &amp; UI</vt:lpstr>
      <vt:lpstr>Backend Implementation</vt:lpstr>
      <vt:lpstr>Development Phase (Reflection)</vt:lpstr>
      <vt:lpstr>Design Decisions &amp; Rationale</vt:lpstr>
      <vt:lpstr>Testing &amp; Risk Analysis</vt:lpstr>
      <vt:lpstr>Reflection &amp; Future Improvements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Nida Iqbal</dc:creator>
  <cp:lastModifiedBy>Nida Iqbal</cp:lastModifiedBy>
  <cp:revision>19</cp:revision>
  <dcterms:created xsi:type="dcterms:W3CDTF">2026-02-19T10:03:05Z</dcterms:created>
  <dcterms:modified xsi:type="dcterms:W3CDTF">2026-02-19T10:54:30Z</dcterms:modified>
</cp:coreProperties>
</file>